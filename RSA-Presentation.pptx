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3"/>
  </p:handoutMasterIdLst>
  <p:sldIdLst>
    <p:sldId id="275" r:id="rId3"/>
    <p:sldId id="338" r:id="rId5"/>
    <p:sldId id="327" r:id="rId6"/>
    <p:sldId id="332" r:id="rId7"/>
    <p:sldId id="333" r:id="rId8"/>
    <p:sldId id="336" r:id="rId9"/>
    <p:sldId id="334" r:id="rId10"/>
    <p:sldId id="337" r:id="rId11"/>
    <p:sldId id="33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customXml" Target="../customXml/item3.xml"/><Relationship Id="rId18" Type="http://schemas.openxmlformats.org/officeDocument/2006/relationships/customXml" Target="../customXml/item2.xml"/><Relationship Id="rId17" Type="http://schemas.openxmlformats.org/officeDocument/2006/relationships/customXml" Target="../customXml/item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62973C-5826-1F4A-A661-701B817ACCEF}" type="datetimeFigureOut">
              <a:rPr kumimoji="1" lang="zh-TW" altLang="en-US" smtClean="0"/>
            </a:fld>
            <a:endParaRPr kumimoji="1" lang="zh-TW" altLang="en-US"/>
          </a:p>
        </p:txBody>
      </p:sp>
      <p:sp>
        <p:nvSpPr>
          <p:cNvPr id="4" name="頁尾版面配置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5" name="投影片編號版面配置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1228D5-A03D-1045-A848-DF7266C96C6D}" type="slidenum">
              <a:rPr kumimoji="1" lang="zh-TW" altLang="en-US" smtClean="0"/>
            </a:fld>
            <a:endParaRPr kumimoji="1" lang="zh-TW"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CD8E4F-EF42-416B-B87E-14188E76F16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721A93-F260-4676-BBDE-DB158C7256A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CN">
                <a:solidFill>
                  <a:srgbClr val="2E3238"/>
                </a:solidFill>
                <a:highlight>
                  <a:srgbClr val="F7F7FA"/>
                </a:highlight>
                <a:latin typeface="SF Pro Display"/>
              </a:rPr>
              <a:t>Our team comprises several skilled and passionate individuals. </a:t>
            </a:r>
            <a:endParaRPr lang="en-US" altLang="zh-CN">
              <a:solidFill>
                <a:srgbClr val="2E3238"/>
              </a:solidFill>
              <a:highlight>
                <a:srgbClr val="F7F7FA"/>
              </a:highlight>
              <a:latin typeface="SF Pro Display"/>
            </a:endParaRPr>
          </a:p>
          <a:p>
            <a:r>
              <a:rPr lang="en-US" altLang="zh-CN"/>
              <a:t>Let me introduce them. hlz, which is me. and … </a:t>
            </a:r>
            <a:endParaRPr lang="en-US" altLang="zh-CN"/>
          </a:p>
          <a:p>
            <a:r>
              <a:rPr lang="en-US" altLang="zh-CN">
                <a:solidFill>
                  <a:srgbClr val="2E3238"/>
                </a:solidFill>
                <a:highlight>
                  <a:srgbClr val="F7F7FA"/>
                </a:highlight>
                <a:latin typeface="SF Pro Display"/>
              </a:rPr>
              <a:t>Each of them plays a vital role in the realization of this project.</a:t>
            </a:r>
            <a:endParaRPr lang="en-US" altLang="zh-CN"/>
          </a:p>
          <a:p>
            <a:endParaRPr kumimoji="1" lang="zh-TW" altLang="en-US"/>
          </a:p>
        </p:txBody>
      </p:sp>
      <p:sp>
        <p:nvSpPr>
          <p:cNvPr id="4" name="投影片編號版面配置區 3"/>
          <p:cNvSpPr>
            <a:spLocks noGrp="1"/>
          </p:cNvSpPr>
          <p:nvPr>
            <p:ph type="sldNum" sz="quarter" idx="10"/>
          </p:nvPr>
        </p:nvSpPr>
        <p:spPr/>
        <p:txBody>
          <a:bodyPr/>
          <a:lstStyle/>
          <a:p>
            <a:fld id="{13721A93-F260-4676-BBDE-DB158C7256A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GB" altLang="zh-CN">
                <a:ea typeface="等线"/>
              </a:rPr>
              <a:t>The aim of the project is to build an AI Shopping System</a:t>
            </a:r>
            <a:r>
              <a:rPr kumimoji="1" lang="en-US" altLang="zh-CN">
                <a:ea typeface="等线"/>
              </a:rPr>
              <a:t>.</a:t>
            </a:r>
            <a:r>
              <a:rPr lang="en-GB" altLang="zh-CN">
                <a:solidFill>
                  <a:srgbClr val="0D0D0D"/>
                </a:solidFill>
                <a:highlight>
                  <a:srgbClr val="FFFFFF"/>
                </a:highlight>
                <a:latin typeface="Söhne"/>
                <a:ea typeface="等线"/>
              </a:rPr>
              <a:t> </a:t>
            </a:r>
            <a:endParaRPr lang="en-GB" altLang="zh-CN" b="0" i="0" u="none" strike="noStrike">
              <a:solidFill>
                <a:srgbClr val="0D0D0D"/>
              </a:solidFill>
              <a:effectLst/>
              <a:highlight>
                <a:srgbClr val="FFFFFF"/>
              </a:highlight>
              <a:latin typeface="Söhne"/>
            </a:endParaRPr>
          </a:p>
          <a:p>
            <a:r>
              <a:rPr lang="en-GB" altLang="zh-CN" b="0" i="0" u="none" strike="noStrike">
                <a:solidFill>
                  <a:srgbClr val="0D0D0D"/>
                </a:solidFill>
                <a:effectLst/>
                <a:highlight>
                  <a:srgbClr val="FFFFFF"/>
                </a:highlight>
                <a:latin typeface="Söhne"/>
                <a:ea typeface="等线"/>
              </a:rPr>
              <a:t>Specifically, the project involves the production of recommendation algorithm by analyzing the consumer behavior data,</a:t>
            </a:r>
            <a:r>
              <a:rPr lang="en-GB" altLang="zh-CN">
                <a:solidFill>
                  <a:srgbClr val="0D0D0D"/>
                </a:solidFill>
                <a:highlight>
                  <a:srgbClr val="FFFFFF"/>
                </a:highlight>
                <a:latin typeface="Söhne"/>
                <a:ea typeface="等线"/>
              </a:rPr>
              <a:t> </a:t>
            </a:r>
            <a:endParaRPr lang="en-GB" altLang="zh-CN">
              <a:solidFill>
                <a:srgbClr val="0D0D0D"/>
              </a:solidFill>
              <a:highlight>
                <a:srgbClr val="FFFFFF"/>
              </a:highlight>
              <a:latin typeface="Söhne"/>
              <a:ea typeface="等线"/>
            </a:endParaRPr>
          </a:p>
          <a:p>
            <a:r>
              <a:rPr lang="en-GB" altLang="zh-CN" b="0" i="0" u="none" strike="noStrike">
                <a:solidFill>
                  <a:srgbClr val="0D0D0D"/>
                </a:solidFill>
                <a:effectLst/>
                <a:highlight>
                  <a:srgbClr val="FFFFFF"/>
                </a:highlight>
                <a:latin typeface="Söhne"/>
                <a:ea typeface="等线"/>
              </a:rPr>
              <a:t>including online customer service that integrates AI components</a:t>
            </a:r>
            <a:r>
              <a:rPr lang="en-US" altLang="zh-CN">
                <a:solidFill>
                  <a:srgbClr val="0D0D0D"/>
                </a:solidFill>
                <a:highlight>
                  <a:srgbClr val="FFFFFF"/>
                </a:highlight>
                <a:latin typeface="Söhne"/>
                <a:ea typeface="等线"/>
              </a:rPr>
              <a:t>.</a:t>
            </a:r>
            <a:endParaRPr lang="en-US" altLang="zh-CN">
              <a:solidFill>
                <a:srgbClr val="0D0D0D"/>
              </a:solidFill>
              <a:highlight>
                <a:srgbClr val="FFFFFF"/>
              </a:highlight>
              <a:latin typeface="Söhne"/>
              <a:ea typeface="等线"/>
            </a:endParaRPr>
          </a:p>
          <a:p>
            <a:r>
              <a:rPr kumimoji="1" lang="en-US" altLang="zh-CN">
                <a:ea typeface="等线"/>
              </a:rPr>
              <a:t>Project</a:t>
            </a:r>
            <a:r>
              <a:rPr kumimoji="1" lang="zh-CN" altLang="en-US">
                <a:ea typeface="等线"/>
              </a:rPr>
              <a:t> </a:t>
            </a:r>
            <a:r>
              <a:rPr kumimoji="1" lang="en-US" altLang="zh-CN">
                <a:ea typeface="等线"/>
              </a:rPr>
              <a:t>Cost</a:t>
            </a:r>
            <a:r>
              <a:rPr kumimoji="1" lang="zh-CN" altLang="en-US">
                <a:ea typeface="等线"/>
              </a:rPr>
              <a:t> </a:t>
            </a:r>
            <a:r>
              <a:rPr kumimoji="1" lang="en-US" altLang="zh-CN">
                <a:ea typeface="等线"/>
              </a:rPr>
              <a:t>1.9 million Australian dollars</a:t>
            </a:r>
            <a:r>
              <a:rPr kumimoji="1" lang="zh-CN" altLang="en-US">
                <a:ea typeface="等线"/>
              </a:rPr>
              <a:t> </a:t>
            </a:r>
            <a:r>
              <a:rPr kumimoji="1" lang="en-US" altLang="zh-CN">
                <a:ea typeface="等线"/>
              </a:rPr>
              <a:t>and</a:t>
            </a:r>
            <a:r>
              <a:rPr kumimoji="1" lang="zh-CN" altLang="en-US">
                <a:ea typeface="等线"/>
              </a:rPr>
              <a:t> </a:t>
            </a:r>
            <a:r>
              <a:rPr kumimoji="1" lang="en-US" altLang="zh-CN">
                <a:ea typeface="等线"/>
              </a:rPr>
              <a:t>estimates</a:t>
            </a:r>
            <a:r>
              <a:rPr kumimoji="1" lang="zh-CN" altLang="en-US">
                <a:ea typeface="等线"/>
              </a:rPr>
              <a:t> </a:t>
            </a:r>
            <a:r>
              <a:rPr kumimoji="1" lang="en-US" altLang="zh-CN">
                <a:ea typeface="等线"/>
              </a:rPr>
              <a:t>10</a:t>
            </a:r>
            <a:r>
              <a:rPr kumimoji="1" lang="zh-CN" altLang="en-US">
                <a:ea typeface="等线"/>
              </a:rPr>
              <a:t> </a:t>
            </a:r>
            <a:r>
              <a:rPr kumimoji="1" lang="en-US" altLang="zh-CN">
                <a:ea typeface="等线"/>
              </a:rPr>
              <a:t>months of Project</a:t>
            </a:r>
            <a:r>
              <a:rPr kumimoji="1" lang="zh-CN" altLang="en-US">
                <a:ea typeface="等线"/>
              </a:rPr>
              <a:t> </a:t>
            </a:r>
            <a:r>
              <a:rPr kumimoji="1" lang="en-US" altLang="zh-CN">
                <a:ea typeface="等线"/>
              </a:rPr>
              <a:t>Time.</a:t>
            </a:r>
            <a:endParaRPr kumimoji="1" lang="zh-CN" altLang="en-US">
              <a:ea typeface="等线"/>
            </a:endParaRPr>
          </a:p>
        </p:txBody>
      </p:sp>
      <p:sp>
        <p:nvSpPr>
          <p:cNvPr id="4" name="灯片编号占位符 3"/>
          <p:cNvSpPr>
            <a:spLocks noGrp="1"/>
          </p:cNvSpPr>
          <p:nvPr>
            <p:ph type="sldNum" sz="quarter" idx="5"/>
          </p:nvPr>
        </p:nvSpPr>
        <p:spPr/>
        <p:txBody>
          <a:bodyPr/>
          <a:lstStyle/>
          <a:p>
            <a:fld id="{13721A93-F260-4676-BBDE-DB158C7256A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GB" altLang="zh-CN">
                <a:ea typeface="等线"/>
              </a:rPr>
              <a:t>The aim of the project is to build an AI Shopping System</a:t>
            </a:r>
            <a:r>
              <a:rPr kumimoji="1" lang="en-US" altLang="zh-CN">
                <a:ea typeface="等线"/>
              </a:rPr>
              <a:t>.</a:t>
            </a:r>
            <a:r>
              <a:rPr lang="en-GB" altLang="zh-CN">
                <a:solidFill>
                  <a:srgbClr val="0D0D0D"/>
                </a:solidFill>
                <a:highlight>
                  <a:srgbClr val="FFFFFF"/>
                </a:highlight>
                <a:latin typeface="Söhne"/>
                <a:ea typeface="等线"/>
              </a:rPr>
              <a:t> </a:t>
            </a:r>
            <a:endParaRPr lang="en-GB" altLang="zh-CN" b="0" i="0" u="none" strike="noStrike">
              <a:solidFill>
                <a:srgbClr val="0D0D0D"/>
              </a:solidFill>
              <a:effectLst/>
              <a:highlight>
                <a:srgbClr val="FFFFFF"/>
              </a:highlight>
              <a:latin typeface="Söhne"/>
            </a:endParaRPr>
          </a:p>
          <a:p>
            <a:r>
              <a:rPr lang="en-GB" altLang="zh-CN" b="0" i="0" u="none" strike="noStrike">
                <a:solidFill>
                  <a:srgbClr val="0D0D0D"/>
                </a:solidFill>
                <a:effectLst/>
                <a:highlight>
                  <a:srgbClr val="FFFFFF"/>
                </a:highlight>
                <a:latin typeface="Söhne"/>
                <a:ea typeface="等线"/>
              </a:rPr>
              <a:t>Specifically, the project involves the production of recommendation algorithm by analyzing the consumer behavior data,</a:t>
            </a:r>
            <a:r>
              <a:rPr lang="en-GB" altLang="zh-CN">
                <a:solidFill>
                  <a:srgbClr val="0D0D0D"/>
                </a:solidFill>
                <a:highlight>
                  <a:srgbClr val="FFFFFF"/>
                </a:highlight>
                <a:latin typeface="Söhne"/>
                <a:ea typeface="等线"/>
              </a:rPr>
              <a:t> </a:t>
            </a:r>
            <a:endParaRPr lang="en-GB" altLang="zh-CN">
              <a:solidFill>
                <a:srgbClr val="0D0D0D"/>
              </a:solidFill>
              <a:highlight>
                <a:srgbClr val="FFFFFF"/>
              </a:highlight>
              <a:latin typeface="Söhne"/>
              <a:ea typeface="等线"/>
            </a:endParaRPr>
          </a:p>
          <a:p>
            <a:r>
              <a:rPr lang="en-GB" altLang="zh-CN" b="0" i="0" u="none" strike="noStrike">
                <a:solidFill>
                  <a:srgbClr val="0D0D0D"/>
                </a:solidFill>
                <a:effectLst/>
                <a:highlight>
                  <a:srgbClr val="FFFFFF"/>
                </a:highlight>
                <a:latin typeface="Söhne"/>
                <a:ea typeface="等线"/>
              </a:rPr>
              <a:t>including online customer service that integrates AI components</a:t>
            </a:r>
            <a:r>
              <a:rPr lang="en-US" altLang="zh-CN">
                <a:solidFill>
                  <a:srgbClr val="0D0D0D"/>
                </a:solidFill>
                <a:highlight>
                  <a:srgbClr val="FFFFFF"/>
                </a:highlight>
                <a:latin typeface="Söhne"/>
                <a:ea typeface="等线"/>
              </a:rPr>
              <a:t>.</a:t>
            </a:r>
            <a:endParaRPr lang="en-US" altLang="zh-CN">
              <a:solidFill>
                <a:srgbClr val="0D0D0D"/>
              </a:solidFill>
              <a:highlight>
                <a:srgbClr val="FFFFFF"/>
              </a:highlight>
              <a:latin typeface="Söhne"/>
              <a:ea typeface="等线"/>
            </a:endParaRPr>
          </a:p>
          <a:p>
            <a:r>
              <a:rPr kumimoji="1" lang="en-US" altLang="zh-CN">
                <a:ea typeface="等线"/>
              </a:rPr>
              <a:t>Project</a:t>
            </a:r>
            <a:r>
              <a:rPr kumimoji="1" lang="zh-CN" altLang="en-US">
                <a:ea typeface="等线"/>
              </a:rPr>
              <a:t> </a:t>
            </a:r>
            <a:r>
              <a:rPr kumimoji="1" lang="en-US" altLang="zh-CN">
                <a:ea typeface="等线"/>
              </a:rPr>
              <a:t>Cost</a:t>
            </a:r>
            <a:r>
              <a:rPr kumimoji="1" lang="zh-CN" altLang="en-US">
                <a:ea typeface="等线"/>
              </a:rPr>
              <a:t> </a:t>
            </a:r>
            <a:r>
              <a:rPr kumimoji="1" lang="en-US" altLang="zh-CN">
                <a:ea typeface="等线"/>
              </a:rPr>
              <a:t>1.9 million Australian dollars</a:t>
            </a:r>
            <a:r>
              <a:rPr kumimoji="1" lang="zh-CN" altLang="en-US">
                <a:ea typeface="等线"/>
              </a:rPr>
              <a:t> </a:t>
            </a:r>
            <a:r>
              <a:rPr kumimoji="1" lang="en-US" altLang="zh-CN">
                <a:ea typeface="等线"/>
              </a:rPr>
              <a:t>and</a:t>
            </a:r>
            <a:r>
              <a:rPr kumimoji="1" lang="zh-CN" altLang="en-US">
                <a:ea typeface="等线"/>
              </a:rPr>
              <a:t> </a:t>
            </a:r>
            <a:r>
              <a:rPr kumimoji="1" lang="en-US" altLang="zh-CN">
                <a:ea typeface="等线"/>
              </a:rPr>
              <a:t>estimates</a:t>
            </a:r>
            <a:r>
              <a:rPr kumimoji="1" lang="zh-CN" altLang="en-US">
                <a:ea typeface="等线"/>
              </a:rPr>
              <a:t> </a:t>
            </a:r>
            <a:r>
              <a:rPr kumimoji="1" lang="en-US" altLang="zh-CN">
                <a:ea typeface="等线"/>
              </a:rPr>
              <a:t>10</a:t>
            </a:r>
            <a:r>
              <a:rPr kumimoji="1" lang="zh-CN" altLang="en-US">
                <a:ea typeface="等线"/>
              </a:rPr>
              <a:t> </a:t>
            </a:r>
            <a:r>
              <a:rPr kumimoji="1" lang="en-US" altLang="zh-CN">
                <a:ea typeface="等线"/>
              </a:rPr>
              <a:t>months of Project</a:t>
            </a:r>
            <a:r>
              <a:rPr kumimoji="1" lang="zh-CN" altLang="en-US">
                <a:ea typeface="等线"/>
              </a:rPr>
              <a:t> </a:t>
            </a:r>
            <a:r>
              <a:rPr kumimoji="1" lang="en-US" altLang="zh-CN">
                <a:ea typeface="等线"/>
              </a:rPr>
              <a:t>Time.</a:t>
            </a:r>
            <a:endParaRPr kumimoji="1" lang="zh-CN" altLang="en-US">
              <a:ea typeface="等线"/>
            </a:endParaRPr>
          </a:p>
        </p:txBody>
      </p:sp>
      <p:sp>
        <p:nvSpPr>
          <p:cNvPr id="4" name="灯片编号占位符 3"/>
          <p:cNvSpPr>
            <a:spLocks noGrp="1"/>
          </p:cNvSpPr>
          <p:nvPr>
            <p:ph type="sldNum" sz="quarter" idx="5"/>
          </p:nvPr>
        </p:nvSpPr>
        <p:spPr/>
        <p:txBody>
          <a:bodyPr/>
          <a:lstStyle/>
          <a:p>
            <a:fld id="{13721A93-F260-4676-BBDE-DB158C7256A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ea typeface="等线"/>
            </a:endParaRPr>
          </a:p>
          <a:p>
            <a:endParaRPr lang="en-US" altLang="zh-CN">
              <a:ea typeface="等线"/>
            </a:endParaRPr>
          </a:p>
        </p:txBody>
      </p:sp>
      <p:sp>
        <p:nvSpPr>
          <p:cNvPr id="4" name="灯片编号占位符 3"/>
          <p:cNvSpPr>
            <a:spLocks noGrp="1"/>
          </p:cNvSpPr>
          <p:nvPr>
            <p:ph type="sldNum" sz="quarter" idx="5"/>
          </p:nvPr>
        </p:nvSpPr>
        <p:spPr/>
        <p:txBody>
          <a:bodyPr/>
          <a:lstStyle/>
          <a:p>
            <a:fld id="{13721A93-F260-4676-BBDE-DB158C7256A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4.jpeg"/><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Red option 1 (add own image)">
    <p:spTree>
      <p:nvGrpSpPr>
        <p:cNvPr id="1" name=""/>
        <p:cNvGrpSpPr/>
        <p:nvPr/>
      </p:nvGrpSpPr>
      <p:grpSpPr>
        <a:xfrm>
          <a:off x="0" y="0"/>
          <a:ext cx="0" cy="0"/>
          <a:chOff x="0" y="0"/>
          <a:chExt cx="0" cy="0"/>
        </a:xfrm>
      </p:grpSpPr>
      <p:pic>
        <p:nvPicPr>
          <p:cNvPr id="10" name="Picture 9"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Picture Placeholder 13"/>
          <p:cNvSpPr>
            <a:spLocks noGrp="1"/>
          </p:cNvSpPr>
          <p:nvPr>
            <p:ph type="pic" sz="quarter" idx="12" hasCustomPrompt="1"/>
          </p:nvPr>
        </p:nvSpPr>
        <p:spPr>
          <a:xfrm>
            <a:off x="4587875" y="0"/>
            <a:ext cx="4556125" cy="6858000"/>
          </a:xfrm>
          <a:solidFill>
            <a:schemeClr val="bg1">
              <a:lumMod val="85000"/>
            </a:schemeClr>
          </a:solidFill>
        </p:spPr>
        <p:txBody>
          <a:bodyPr anchor="ctr" anchorCtr="0"/>
          <a:lstStyle>
            <a:lvl1pPr marL="0" indent="0" algn="ctr">
              <a:buNone/>
              <a:defRPr/>
            </a:lvl1pPr>
          </a:lstStyle>
          <a:p>
            <a:pPr lvl="0"/>
            <a:r>
              <a:rPr lang="en-AU" noProof="0"/>
              <a:t>Drag picture to placeholder or click icon to add</a:t>
            </a:r>
            <a:endParaRPr lang="en-US" noProof="0"/>
          </a:p>
        </p:txBody>
      </p:sp>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Red option 2">
    <p:spTree>
      <p:nvGrpSpPr>
        <p:cNvPr id="1" name=""/>
        <p:cNvGrpSpPr/>
        <p:nvPr/>
      </p:nvGrpSpPr>
      <p:grpSpPr>
        <a:xfrm>
          <a:off x="0" y="0"/>
          <a:ext cx="0" cy="0"/>
          <a:chOff x="0" y="0"/>
          <a:chExt cx="0" cy="0"/>
        </a:xfrm>
      </p:grpSpPr>
      <p:pic>
        <p:nvPicPr>
          <p:cNvPr id="11" name="Picture 10"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9" name="Picture 6"/>
          <p:cNvPicPr>
            <a:picLocks noChangeAspect="1"/>
          </p:cNvPicPr>
          <p:nvPr userDrawn="1"/>
        </p:nvPicPr>
        <p:blipFill>
          <a:blip r:embed="rId3"/>
          <a:stretch>
            <a:fillRect/>
          </a:stretch>
        </p:blipFill>
        <p:spPr bwMode="auto">
          <a:xfrm>
            <a:off x="4571344" y="0"/>
            <a:ext cx="4581600" cy="6872400"/>
          </a:xfrm>
          <a:prstGeom prst="rect">
            <a:avLst/>
          </a:prstGeom>
          <a:blipFill rotWithShape="1">
            <a:blip r:embed="rId4" cstate="screen"/>
            <a:stretch>
              <a:fillRect/>
            </a:stretch>
          </a:blipFill>
          <a:ln>
            <a:noFill/>
          </a:ln>
        </p:spPr>
      </p:pic>
      <p:pic>
        <p:nvPicPr>
          <p:cNvPr id="2" name="Picture 1" descr="269F7152-Edit.jpg"/>
          <p:cNvPicPr>
            <a:picLocks noChangeAspect="1"/>
          </p:cNvPicPr>
          <p:nvPr userDrawn="1"/>
        </p:nvPicPr>
        <p:blipFill rotWithShape="1">
          <a:blip r:embed="rId5">
            <a:extLst>
              <a:ext uri="{28A0092B-C50C-407E-A947-70E740481C1C}">
                <a14:useLocalDpi xmlns:a14="http://schemas.microsoft.com/office/drawing/2010/main" val="0"/>
              </a:ext>
            </a:extLst>
          </a:blip>
          <a:srcRect l="28075" r="27248"/>
          <a:stretch>
            <a:fillRect/>
          </a:stretch>
        </p:blipFill>
        <p:spPr>
          <a:xfrm>
            <a:off x="4571344" y="-1"/>
            <a:ext cx="4581600" cy="6875925"/>
          </a:xfrm>
          <a:prstGeom prst="rect">
            <a:avLst/>
          </a:prstGeom>
        </p:spPr>
      </p:pic>
      <p:sp>
        <p:nvSpPr>
          <p:cNvPr id="8"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a:p>
        </p:txBody>
      </p:sp>
      <p:sp>
        <p:nvSpPr>
          <p:cNvPr id="10"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6"/>
          <p:cNvPicPr>
            <a:picLocks noChangeAspect="1"/>
          </p:cNvPicPr>
          <p:nvPr/>
        </p:nvPicPr>
        <p:blipFill>
          <a:blip r:embed="rId3" cstate="screen"/>
          <a:srcRect/>
          <a:stretch>
            <a:fillRect/>
          </a:stretch>
        </p:blipFill>
        <p:spPr bwMode="auto">
          <a:xfrm>
            <a:off x="4545013" y="0"/>
            <a:ext cx="4598987" cy="6858000"/>
          </a:xfrm>
          <a:prstGeom prst="rect">
            <a:avLst/>
          </a:prstGeom>
          <a:noFill/>
          <a:ln>
            <a:noFill/>
          </a:ln>
        </p:spPr>
      </p:pic>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9" name="Picture 6"/>
          <p:cNvPicPr>
            <a:picLocks noChangeAspect="1"/>
          </p:cNvPicPr>
          <p:nvPr userDrawn="1"/>
        </p:nvPicPr>
        <p:blipFill rotWithShape="1">
          <a:blip r:embed="rId3">
            <a:extLst>
              <a:ext uri="{28A0092B-C50C-407E-A947-70E740481C1C}">
                <a14:useLocalDpi xmlns:a14="http://schemas.microsoft.com/office/drawing/2010/main" val="0"/>
              </a:ext>
            </a:extLst>
          </a:blip>
          <a:srcRect l="13060" r="38627"/>
          <a:stretch>
            <a:fillRect/>
          </a:stretch>
        </p:blipFill>
        <p:spPr bwMode="auto">
          <a:xfrm>
            <a:off x="4546600" y="-8711"/>
            <a:ext cx="4597400" cy="6875258"/>
          </a:xfrm>
          <a:prstGeom prst="rect">
            <a:avLst/>
          </a:prstGeom>
          <a:noFill/>
          <a:ln>
            <a:noFill/>
          </a:ln>
        </p:spPr>
      </p:pic>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 Red option 4">
    <p:spTree>
      <p:nvGrpSpPr>
        <p:cNvPr id="1" name=""/>
        <p:cNvGrpSpPr/>
        <p:nvPr/>
      </p:nvGrpSpPr>
      <p:grpSpPr>
        <a:xfrm>
          <a:off x="0" y="0"/>
          <a:ext cx="0" cy="0"/>
          <a:chOff x="0" y="0"/>
          <a:chExt cx="0" cy="0"/>
        </a:xfrm>
      </p:grpSpPr>
      <p:pic>
        <p:nvPicPr>
          <p:cNvPr id="13" name="Picture 12"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2" name="Picture 1" descr="269F8271-Edit.jpg"/>
          <p:cNvPicPr>
            <a:picLocks noChangeAspect="1"/>
          </p:cNvPicPr>
          <p:nvPr userDrawn="1"/>
        </p:nvPicPr>
        <p:blipFill rotWithShape="1">
          <a:blip r:embed="rId3">
            <a:extLst>
              <a:ext uri="{28A0092B-C50C-407E-A947-70E740481C1C}">
                <a14:useLocalDpi xmlns:a14="http://schemas.microsoft.com/office/drawing/2010/main" val="0"/>
              </a:ext>
            </a:extLst>
          </a:blip>
          <a:srcRect l="27099" r="28483"/>
          <a:stretch>
            <a:fillRect/>
          </a:stretch>
        </p:blipFill>
        <p:spPr>
          <a:xfrm>
            <a:off x="4546600" y="0"/>
            <a:ext cx="4597399" cy="6898609"/>
          </a:xfrm>
          <a:prstGeom prst="rect">
            <a:avLst/>
          </a:prstGeom>
        </p:spPr>
      </p:pic>
      <p:sp>
        <p:nvSpPr>
          <p:cNvPr id="7"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a:p>
        </p:txBody>
      </p:sp>
      <p:sp>
        <p:nvSpPr>
          <p:cNvPr id="8"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Red option 5 (no image)">
    <p:spTree>
      <p:nvGrpSpPr>
        <p:cNvPr id="1" name=""/>
        <p:cNvGrpSpPr/>
        <p:nvPr/>
      </p:nvGrpSpPr>
      <p:grpSpPr>
        <a:xfrm>
          <a:off x="0" y="0"/>
          <a:ext cx="0" cy="0"/>
          <a:chOff x="0" y="0"/>
          <a:chExt cx="0" cy="0"/>
        </a:xfrm>
      </p:grpSpPr>
      <p:pic>
        <p:nvPicPr>
          <p:cNvPr id="4" name="Picture 3" descr="PPT Template background file_Re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Title 8"/>
          <p:cNvSpPr>
            <a:spLocks noGrp="1"/>
          </p:cNvSpPr>
          <p:nvPr>
            <p:ph type="title"/>
          </p:nvPr>
        </p:nvSpPr>
        <p:spPr>
          <a:xfrm>
            <a:off x="381884" y="1797599"/>
            <a:ext cx="3948874" cy="1322972"/>
          </a:xfrm>
        </p:spPr>
        <p:txBody>
          <a:bodyPr anchor="t"/>
          <a:lstStyle>
            <a:lvl1pPr>
              <a:defRPr sz="2800">
                <a:solidFill>
                  <a:schemeClr val="bg1"/>
                </a:solidFill>
              </a:defRPr>
            </a:lvl1pPr>
          </a:lstStyle>
          <a:p>
            <a:r>
              <a:rPr lang="en-AU"/>
              <a:t>Click to edit Master title style</a:t>
            </a:r>
            <a:endParaRPr lang="en-US"/>
          </a:p>
        </p:txBody>
      </p:sp>
      <p:sp>
        <p:nvSpPr>
          <p:cNvPr id="13"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White option 1 (add own image)">
    <p:spTree>
      <p:nvGrpSpPr>
        <p:cNvPr id="1" name=""/>
        <p:cNvGrpSpPr/>
        <p:nvPr/>
      </p:nvGrpSpPr>
      <p:grpSpPr>
        <a:xfrm>
          <a:off x="0" y="0"/>
          <a:ext cx="0" cy="0"/>
          <a:chOff x="0" y="0"/>
          <a:chExt cx="0" cy="0"/>
        </a:xfrm>
      </p:grpSpPr>
      <p:sp>
        <p:nvSpPr>
          <p:cNvPr id="6" name="Rectangle 5"/>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7" name="Picture 7" descr="USY_MB1_PMS_1_Colour_Standard_Logo.png"/>
          <p:cNvPicPr>
            <a:picLocks noChangeAspect="1"/>
          </p:cNvPicPr>
          <p:nvPr/>
        </p:nvPicPr>
        <p:blipFill>
          <a:blip r:embed="rId2" cstate="screen"/>
          <a:srcRect/>
          <a:stretch>
            <a:fillRect/>
          </a:stretch>
        </p:blipFill>
        <p:spPr bwMode="auto">
          <a:xfrm>
            <a:off x="454025" y="5905500"/>
            <a:ext cx="1536700" cy="530225"/>
          </a:xfrm>
          <a:prstGeom prst="rect">
            <a:avLst/>
          </a:prstGeom>
          <a:noFill/>
          <a:ln>
            <a:noFill/>
          </a:ln>
        </p:spPr>
      </p:pic>
      <p:sp>
        <p:nvSpPr>
          <p:cNvPr id="14" name="Picture Placeholder 13"/>
          <p:cNvSpPr>
            <a:spLocks noGrp="1"/>
          </p:cNvSpPr>
          <p:nvPr>
            <p:ph type="pic" sz="quarter" idx="12" hasCustomPrompt="1"/>
          </p:nvPr>
        </p:nvSpPr>
        <p:spPr>
          <a:xfrm>
            <a:off x="4587876" y="418354"/>
            <a:ext cx="4150358" cy="6017555"/>
          </a:xfrm>
          <a:solidFill>
            <a:schemeClr val="bg1">
              <a:lumMod val="85000"/>
            </a:schemeClr>
          </a:solidFill>
          <a:ln>
            <a:noFill/>
          </a:ln>
        </p:spPr>
        <p:txBody>
          <a:bodyPr anchor="ctr" anchorCtr="0"/>
          <a:lstStyle>
            <a:lvl1pPr marL="0" indent="0" algn="ctr">
              <a:buNone/>
              <a:defRPr/>
            </a:lvl1pPr>
          </a:lstStyle>
          <a:p>
            <a:pPr lvl="0"/>
            <a:r>
              <a:rPr lang="en-AU" noProof="0"/>
              <a:t>Drag picture to placeholder or click icon to add</a:t>
            </a:r>
            <a:endParaRPr lang="en-US" noProof="0"/>
          </a:p>
        </p:txBody>
      </p:sp>
      <p:sp>
        <p:nvSpPr>
          <p:cNvPr id="8"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AU"/>
              <a:t>Click to edit Master title style</a:t>
            </a:r>
            <a:endParaRPr lang="en-US"/>
          </a:p>
        </p:txBody>
      </p:sp>
      <p:sp>
        <p:nvSpPr>
          <p:cNvPr id="9"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 White option 2">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Placeholder 4"/>
          <p:cNvPicPr>
            <a:picLocks noChangeAspect="1"/>
          </p:cNvPicPr>
          <p:nvPr/>
        </p:nvPicPr>
        <p:blipFill>
          <a:blip r:embed="rId2" cstate="screen"/>
          <a:srcRect/>
          <a:stretch>
            <a:fillRect/>
          </a:stretch>
        </p:blipFill>
        <p:spPr bwMode="auto">
          <a:xfrm>
            <a:off x="4645025" y="419100"/>
            <a:ext cx="4035425" cy="6016625"/>
          </a:xfrm>
          <a:prstGeom prst="rect">
            <a:avLst/>
          </a:prstGeom>
          <a:noFill/>
          <a:ln>
            <a:noFill/>
          </a:ln>
        </p:spPr>
      </p:pic>
      <p:pic>
        <p:nvPicPr>
          <p:cNvPr id="7" name="Picture 9" descr="USY_MB1_PMS_1_Colour_Standard_Logo.png"/>
          <p:cNvPicPr>
            <a:picLocks noChangeAspect="1"/>
          </p:cNvPicPr>
          <p:nvPr/>
        </p:nvPicPr>
        <p:blipFill>
          <a:blip r:embed="rId3" cstate="screen"/>
          <a:srcRect/>
          <a:stretch>
            <a:fillRect/>
          </a:stretch>
        </p:blipFill>
        <p:spPr bwMode="auto">
          <a:xfrm>
            <a:off x="454025" y="5905500"/>
            <a:ext cx="1536700" cy="530225"/>
          </a:xfrm>
          <a:prstGeom prst="rect">
            <a:avLst/>
          </a:prstGeom>
          <a:noFill/>
          <a:ln>
            <a:noFill/>
          </a:ln>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AU"/>
              <a:t>Click to edit Master title style</a:t>
            </a:r>
            <a:endParaRPr lang="en-US"/>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White option 3">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Placeholder 4"/>
          <p:cNvPicPr>
            <a:picLocks noChangeAspect="1"/>
          </p:cNvPicPr>
          <p:nvPr/>
        </p:nvPicPr>
        <p:blipFill>
          <a:blip r:embed="rId2" cstate="screen"/>
          <a:srcRect/>
          <a:stretch>
            <a:fillRect/>
          </a:stretch>
        </p:blipFill>
        <p:spPr bwMode="auto">
          <a:xfrm>
            <a:off x="4645025" y="419100"/>
            <a:ext cx="4035425" cy="6016625"/>
          </a:xfrm>
          <a:prstGeom prst="rect">
            <a:avLst/>
          </a:prstGeom>
          <a:noFill/>
          <a:ln>
            <a:noFill/>
          </a:ln>
        </p:spPr>
      </p:pic>
      <p:pic>
        <p:nvPicPr>
          <p:cNvPr id="7" name="Picture 9" descr="USY_MB1_PMS_1_Colour_Standard_Logo.png"/>
          <p:cNvPicPr>
            <a:picLocks noChangeAspect="1"/>
          </p:cNvPicPr>
          <p:nvPr/>
        </p:nvPicPr>
        <p:blipFill>
          <a:blip r:embed="rId3" cstate="screen"/>
          <a:srcRect/>
          <a:stretch>
            <a:fillRect/>
          </a:stretch>
        </p:blipFill>
        <p:spPr bwMode="auto">
          <a:xfrm>
            <a:off x="454025" y="5905500"/>
            <a:ext cx="1536700" cy="530225"/>
          </a:xfrm>
          <a:prstGeom prst="rect">
            <a:avLst/>
          </a:prstGeom>
          <a:noFill/>
          <a:ln>
            <a:noFill/>
          </a:ln>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AU"/>
              <a:t>Click to edit Master title style</a:t>
            </a:r>
            <a:endParaRPr lang="en-US"/>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White option 4">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Placeholder 4"/>
          <p:cNvPicPr>
            <a:picLocks noChangeAspect="1"/>
          </p:cNvPicPr>
          <p:nvPr/>
        </p:nvPicPr>
        <p:blipFill>
          <a:blip r:embed="rId2" cstate="screen"/>
          <a:srcRect/>
          <a:stretch>
            <a:fillRect/>
          </a:stretch>
        </p:blipFill>
        <p:spPr bwMode="auto">
          <a:xfrm>
            <a:off x="4645025" y="419100"/>
            <a:ext cx="4035425" cy="6016625"/>
          </a:xfrm>
          <a:prstGeom prst="rect">
            <a:avLst/>
          </a:prstGeom>
          <a:noFill/>
          <a:ln>
            <a:noFill/>
          </a:ln>
        </p:spPr>
      </p:pic>
      <p:pic>
        <p:nvPicPr>
          <p:cNvPr id="7" name="Picture 9" descr="USY_MB1_PMS_1_Colour_Standard_Logo.png"/>
          <p:cNvPicPr>
            <a:picLocks noChangeAspect="1"/>
          </p:cNvPicPr>
          <p:nvPr/>
        </p:nvPicPr>
        <p:blipFill>
          <a:blip r:embed="rId3" cstate="screen"/>
          <a:srcRect/>
          <a:stretch>
            <a:fillRect/>
          </a:stretch>
        </p:blipFill>
        <p:spPr bwMode="auto">
          <a:xfrm>
            <a:off x="454025" y="5905500"/>
            <a:ext cx="1536700" cy="530225"/>
          </a:xfrm>
          <a:prstGeom prst="rect">
            <a:avLst/>
          </a:prstGeom>
          <a:noFill/>
          <a:ln>
            <a:noFill/>
          </a:ln>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AU"/>
              <a:t>Click to edit Master title style</a:t>
            </a:r>
            <a:endParaRPr lang="en-US"/>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White option 5 (no image)">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7" descr="USY_MB1_PMS_1_Colour_Standard_Logo.png"/>
          <p:cNvPicPr>
            <a:picLocks noChangeAspect="1"/>
          </p:cNvPicPr>
          <p:nvPr/>
        </p:nvPicPr>
        <p:blipFill>
          <a:blip r:embed="rId2" cstate="screen"/>
          <a:srcRect/>
          <a:stretch>
            <a:fillRect/>
          </a:stretch>
        </p:blipFill>
        <p:spPr bwMode="auto">
          <a:xfrm>
            <a:off x="454025" y="5905500"/>
            <a:ext cx="1536700" cy="530225"/>
          </a:xfrm>
          <a:prstGeom prst="rect">
            <a:avLst/>
          </a:prstGeom>
          <a:noFill/>
          <a:ln>
            <a:noFill/>
          </a:ln>
        </p:spPr>
      </p:pic>
      <p:sp>
        <p:nvSpPr>
          <p:cNvPr id="10" name="Title 8"/>
          <p:cNvSpPr>
            <a:spLocks noGrp="1"/>
          </p:cNvSpPr>
          <p:nvPr>
            <p:ph type="title"/>
          </p:nvPr>
        </p:nvSpPr>
        <p:spPr>
          <a:xfrm>
            <a:off x="381884" y="1797599"/>
            <a:ext cx="3948874" cy="1322972"/>
          </a:xfrm>
        </p:spPr>
        <p:txBody>
          <a:bodyPr anchor="t"/>
          <a:lstStyle>
            <a:lvl1pPr>
              <a:defRPr sz="2800">
                <a:solidFill>
                  <a:schemeClr val="accent1"/>
                </a:solidFill>
              </a:defRPr>
            </a:lvl1pPr>
          </a:lstStyle>
          <a:p>
            <a:r>
              <a:rPr lang="en-AU"/>
              <a:t>Click to edit Master title style</a:t>
            </a:r>
            <a:endParaRPr lang="en-US"/>
          </a:p>
        </p:txBody>
      </p:sp>
      <p:sp>
        <p:nvSpPr>
          <p:cNvPr id="11" name="Text Placeholder 4"/>
          <p:cNvSpPr>
            <a:spLocks noGrp="1"/>
          </p:cNvSpPr>
          <p:nvPr>
            <p:ph type="body" sz="quarter" idx="11"/>
          </p:nvPr>
        </p:nvSpPr>
        <p:spPr>
          <a:xfrm>
            <a:off x="366941" y="3360968"/>
            <a:ext cx="3963817" cy="852488"/>
          </a:xfrm>
        </p:spPr>
        <p:txBody>
          <a:bodyPr>
            <a:noAutofit/>
          </a:bodyPr>
          <a:lstStyle>
            <a:lvl1pPr marL="0" indent="0">
              <a:lnSpc>
                <a:spcPct val="90000"/>
              </a:lnSpc>
              <a:buNone/>
              <a:defRPr sz="1600"/>
            </a:lvl1pPr>
            <a:lvl2pPr marL="457200" indent="0">
              <a:buNone/>
              <a:defRPr sz="1600"/>
            </a:lvl2pPr>
            <a:lvl3pPr marL="914400" indent="0">
              <a:buNone/>
              <a:defRPr sz="1600"/>
            </a:lvl3pPr>
            <a:lvl4pPr marL="1371600" indent="0">
              <a:buNone/>
              <a:defRPr/>
            </a:lvl4pPr>
            <a:lvl5pPr marL="1828800" indent="0">
              <a:buNone/>
              <a:defRPr/>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a:p>
        </p:txBody>
      </p:sp>
      <p:sp>
        <p:nvSpPr>
          <p:cNvPr id="3" name="Content Placeholder 2"/>
          <p:cNvSpPr>
            <a:spLocks noGrp="1"/>
          </p:cNvSpPr>
          <p:nvPr>
            <p:ph idx="1"/>
          </p:nvPr>
        </p:nvSpPr>
        <p:spPr/>
        <p:txBody>
          <a:bodyPr/>
          <a:lstStyle>
            <a:lvl1pPr>
              <a:lnSpc>
                <a:spcPct val="90000"/>
              </a:lnSpc>
              <a:defRPr/>
            </a:lvl1pPr>
            <a:lvl2pPr marL="742950" indent="-285750">
              <a:lnSpc>
                <a:spcPct val="90000"/>
              </a:lnSpc>
              <a:buFont typeface="Lucida Grande" panose="020B0600040502020204"/>
              <a:buChar char="–"/>
              <a:defRPr/>
            </a:lvl2pPr>
            <a:lvl3pPr>
              <a:lnSpc>
                <a:spcPct val="90000"/>
              </a:lnSpc>
              <a:defRPr/>
            </a:lvl3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itle and 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a:p>
        </p:txBody>
      </p:sp>
      <p:sp>
        <p:nvSpPr>
          <p:cNvPr id="3" name="Content Placeholder 2"/>
          <p:cNvSpPr>
            <a:spLocks noGrp="1"/>
          </p:cNvSpPr>
          <p:nvPr>
            <p:ph sz="half" idx="1"/>
          </p:nvPr>
        </p:nvSpPr>
        <p:spPr>
          <a:xfrm>
            <a:off x="457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endParaRPr lang="en-AU"/>
          </a:p>
          <a:p>
            <a:pPr lvl="1"/>
            <a:r>
              <a:rPr lang="en-AU"/>
              <a:t>Second level</a:t>
            </a:r>
            <a:endParaRPr lang="en-AU"/>
          </a:p>
          <a:p>
            <a:pPr lvl="2"/>
            <a:r>
              <a:rPr lang="en-AU"/>
              <a:t>Third level</a:t>
            </a:r>
            <a:endParaRPr lang="en-AU"/>
          </a:p>
        </p:txBody>
      </p:sp>
      <p:sp>
        <p:nvSpPr>
          <p:cNvPr id="4" name="Content Placeholder 3"/>
          <p:cNvSpPr>
            <a:spLocks noGrp="1"/>
          </p:cNvSpPr>
          <p:nvPr>
            <p:ph sz="half" idx="2"/>
          </p:nvPr>
        </p:nvSpPr>
        <p:spPr>
          <a:xfrm>
            <a:off x="4648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9" name="Text Placeholder 7"/>
          <p:cNvSpPr>
            <a:spLocks noGrp="1"/>
          </p:cNvSpPr>
          <p:nvPr>
            <p:ph type="body" sz="quarter" idx="12"/>
          </p:nvPr>
        </p:nvSpPr>
        <p:spPr>
          <a:xfrm>
            <a:off x="457200" y="5491163"/>
            <a:ext cx="40386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panose="020B0600040502020204"/>
              <a:buNone/>
              <a:defRPr sz="1100"/>
            </a:lvl1pPr>
            <a:lvl2pPr>
              <a:defRPr sz="1100"/>
            </a:lvl2pPr>
            <a:lvl3pPr>
              <a:defRPr sz="1100"/>
            </a:lvl3pPr>
            <a:lvl4pPr>
              <a:defRPr sz="1100"/>
            </a:lvl4pPr>
            <a:lvl5pPr>
              <a:defRPr sz="1100"/>
            </a:lvl5pPr>
          </a:lstStyle>
          <a:p>
            <a:pPr lvl="0"/>
            <a:r>
              <a:rPr lang="en-AU"/>
              <a:t>Click to edit Master text styles</a:t>
            </a:r>
            <a:endParaRPr lang="en-AU"/>
          </a:p>
          <a:p>
            <a:pPr lvl="1"/>
            <a:r>
              <a:rPr lang="en-AU"/>
              <a:t>Second level</a:t>
            </a:r>
            <a:endParaRPr lang="en-AU"/>
          </a:p>
          <a:p>
            <a:pPr lvl="2"/>
            <a:r>
              <a:rPr lang="en-AU"/>
              <a:t>Third level</a:t>
            </a:r>
            <a:endParaRPr lang="en-AU"/>
          </a:p>
        </p:txBody>
      </p:sp>
      <p:sp>
        <p:nvSpPr>
          <p:cNvPr id="6" name="Picture Placeholder 5"/>
          <p:cNvSpPr>
            <a:spLocks noGrp="1"/>
          </p:cNvSpPr>
          <p:nvPr>
            <p:ph type="pic" sz="quarter" idx="10" hasCustomPrompt="1"/>
          </p:nvPr>
        </p:nvSpPr>
        <p:spPr>
          <a:xfrm>
            <a:off x="457200" y="1360488"/>
            <a:ext cx="4038600" cy="4130394"/>
          </a:xfrm>
        </p:spPr>
        <p:txBody>
          <a:bodyPr/>
          <a:lstStyle>
            <a:lvl1pPr marL="0" indent="0">
              <a:buNone/>
              <a:defRPr/>
            </a:lvl1pPr>
          </a:lstStyle>
          <a:p>
            <a:pPr lvl="0"/>
            <a:r>
              <a:rPr lang="en-AU" noProof="0"/>
              <a:t>Drag picture to placeholder or click icon to add</a:t>
            </a:r>
            <a:endParaRPr lang="en-US" noProof="0"/>
          </a:p>
        </p:txBody>
      </p:sp>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a:p>
        </p:txBody>
      </p:sp>
      <p:sp>
        <p:nvSpPr>
          <p:cNvPr id="4" name="Content Placeholder 3"/>
          <p:cNvSpPr>
            <a:spLocks noGrp="1"/>
          </p:cNvSpPr>
          <p:nvPr>
            <p:ph sz="half" idx="2"/>
          </p:nvPr>
        </p:nvSpPr>
        <p:spPr>
          <a:xfrm>
            <a:off x="4648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5" name="Table Placeholder 4"/>
          <p:cNvSpPr>
            <a:spLocks noGrp="1"/>
          </p:cNvSpPr>
          <p:nvPr>
            <p:ph type="tbl" sz="quarter" idx="12" hasCustomPrompt="1"/>
          </p:nvPr>
        </p:nvSpPr>
        <p:spPr>
          <a:xfrm>
            <a:off x="457200" y="1360488"/>
            <a:ext cx="4038600" cy="4130675"/>
          </a:xfrm>
        </p:spPr>
        <p:txBody>
          <a:bodyPr/>
          <a:lstStyle>
            <a:lvl1pPr marL="0" indent="0">
              <a:buNone/>
              <a:defRPr/>
            </a:lvl1pPr>
          </a:lstStyle>
          <a:p>
            <a:pPr lvl="0"/>
            <a:r>
              <a:rPr lang="en-AU" noProof="0"/>
              <a:t>Click icon to add table</a:t>
            </a:r>
            <a:endParaRPr lang="en-US" noProof="0"/>
          </a:p>
        </p:txBody>
      </p:sp>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a:p>
        </p:txBody>
      </p:sp>
      <p:sp>
        <p:nvSpPr>
          <p:cNvPr id="4" name="Content Placeholder 3"/>
          <p:cNvSpPr>
            <a:spLocks noGrp="1"/>
          </p:cNvSpPr>
          <p:nvPr>
            <p:ph sz="half" idx="2"/>
          </p:nvPr>
        </p:nvSpPr>
        <p:spPr>
          <a:xfrm>
            <a:off x="4648200" y="1359925"/>
            <a:ext cx="4038600" cy="4525963"/>
          </a:xfrm>
        </p:spPr>
        <p:txBody>
          <a:bodyPr>
            <a:normAutofit/>
          </a:bodyPr>
          <a:lstStyle>
            <a:lvl1pPr>
              <a:defRPr sz="2400"/>
            </a:lvl1pPr>
            <a:lvl2pPr>
              <a:defRPr sz="24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endParaRPr lang="en-AU"/>
          </a:p>
          <a:p>
            <a:pPr lvl="1"/>
            <a:r>
              <a:rPr lang="en-AU"/>
              <a:t>Second level</a:t>
            </a:r>
            <a:endParaRPr lang="en-AU"/>
          </a:p>
          <a:p>
            <a:pPr lvl="2"/>
            <a:r>
              <a:rPr lang="en-AU"/>
              <a:t>Third level</a:t>
            </a:r>
            <a:endParaRPr lang="en-AU"/>
          </a:p>
        </p:txBody>
      </p:sp>
      <p:sp>
        <p:nvSpPr>
          <p:cNvPr id="8" name="Text Placeholder 7"/>
          <p:cNvSpPr>
            <a:spLocks noGrp="1"/>
          </p:cNvSpPr>
          <p:nvPr>
            <p:ph type="body" sz="quarter" idx="11"/>
          </p:nvPr>
        </p:nvSpPr>
        <p:spPr>
          <a:xfrm>
            <a:off x="457200" y="5491163"/>
            <a:ext cx="40386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panose="020B0600040502020204"/>
              <a:buNone/>
              <a:defRPr sz="1100"/>
            </a:lvl1pPr>
            <a:lvl2pPr>
              <a:defRPr sz="1100"/>
            </a:lvl2pPr>
            <a:lvl3pPr>
              <a:defRPr sz="1100"/>
            </a:lvl3pPr>
            <a:lvl4pPr>
              <a:defRPr sz="1100"/>
            </a:lvl4pPr>
            <a:lvl5pPr>
              <a:defRPr sz="1100"/>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Chart">
    <p:spTree>
      <p:nvGrpSpPr>
        <p:cNvPr id="1" name=""/>
        <p:cNvGrpSpPr/>
        <p:nvPr/>
      </p:nvGrpSpPr>
      <p:grpSpPr>
        <a:xfrm>
          <a:off x="0" y="0"/>
          <a:ext cx="0" cy="0"/>
          <a:chOff x="0" y="0"/>
          <a:chExt cx="0" cy="0"/>
        </a:xfrm>
      </p:grpSpPr>
      <p:sp>
        <p:nvSpPr>
          <p:cNvPr id="6" name="Chart Placeholder 5"/>
          <p:cNvSpPr>
            <a:spLocks noGrp="1"/>
          </p:cNvSpPr>
          <p:nvPr>
            <p:ph type="chart" sz="quarter" idx="13" hasCustomPrompt="1"/>
          </p:nvPr>
        </p:nvSpPr>
        <p:spPr>
          <a:xfrm>
            <a:off x="457200" y="1360488"/>
            <a:ext cx="4038600" cy="4130675"/>
          </a:xfrm>
        </p:spPr>
        <p:txBody>
          <a:bodyPr/>
          <a:lstStyle>
            <a:lvl1pPr marL="0" marR="0" indent="0" algn="l" defTabSz="457200" rtl="0" eaLnBrk="1" fontAlgn="auto" latinLnBrk="0" hangingPunct="1">
              <a:lnSpc>
                <a:spcPct val="100000"/>
              </a:lnSpc>
              <a:spcBef>
                <a:spcPct val="20000"/>
              </a:spcBef>
              <a:spcAft>
                <a:spcPts val="0"/>
              </a:spcAft>
              <a:buClrTx/>
              <a:buSzTx/>
              <a:buFont typeface="Lucida Grande" panose="020B0600040502020204"/>
              <a:buNone/>
              <a:defRPr/>
            </a:lvl1pPr>
          </a:lstStyle>
          <a:p>
            <a:pPr lvl="0"/>
            <a:r>
              <a:rPr lang="en-AU" noProof="0"/>
              <a:t>Click icon to add chart</a:t>
            </a:r>
            <a:endParaRPr lang="en-US" noProof="0"/>
          </a:p>
        </p:txBody>
      </p:sp>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a:p>
        </p:txBody>
      </p:sp>
      <p:sp>
        <p:nvSpPr>
          <p:cNvPr id="4" name="Content Placeholder 3"/>
          <p:cNvSpPr>
            <a:spLocks noGrp="1"/>
          </p:cNvSpPr>
          <p:nvPr>
            <p:ph sz="half" idx="2"/>
          </p:nvPr>
        </p:nvSpPr>
        <p:spPr>
          <a:xfrm>
            <a:off x="4648200" y="1359925"/>
            <a:ext cx="40386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AU"/>
              <a:t>Click to edit Master text styles</a:t>
            </a:r>
            <a:endParaRPr lang="en-AU"/>
          </a:p>
          <a:p>
            <a:pPr lvl="1"/>
            <a:r>
              <a:rPr lang="en-AU"/>
              <a:t>Second level</a:t>
            </a:r>
            <a:endParaRPr lang="en-AU"/>
          </a:p>
          <a:p>
            <a:pPr lvl="2"/>
            <a:r>
              <a:rPr lang="en-AU"/>
              <a:t>Third level</a:t>
            </a:r>
            <a:endParaRPr lang="en-AU"/>
          </a:p>
        </p:txBody>
      </p:sp>
      <p:sp>
        <p:nvSpPr>
          <p:cNvPr id="8" name="Text Placeholder 7"/>
          <p:cNvSpPr>
            <a:spLocks noGrp="1"/>
          </p:cNvSpPr>
          <p:nvPr>
            <p:ph type="body" sz="quarter" idx="11"/>
          </p:nvPr>
        </p:nvSpPr>
        <p:spPr>
          <a:xfrm>
            <a:off x="457200" y="5491163"/>
            <a:ext cx="40386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panose="020B0600040502020204"/>
              <a:buNone/>
              <a:defRPr sz="1100"/>
            </a:lvl1pPr>
            <a:lvl2pPr>
              <a:defRPr sz="1100"/>
            </a:lvl2pPr>
            <a:lvl3pPr>
              <a:defRPr sz="1100"/>
            </a:lvl3pPr>
            <a:lvl4pPr>
              <a:defRPr sz="1100"/>
            </a:lvl4pPr>
            <a:lvl5pPr>
              <a:defRPr sz="1100"/>
            </a:lvl5pPr>
          </a:lstStyle>
          <a:p>
            <a:pPr lvl="0"/>
            <a:r>
              <a:rPr lang="en-AU"/>
              <a:t>Click to edit Master text styles</a:t>
            </a:r>
            <a:endParaRPr lang="en-AU"/>
          </a:p>
          <a:p>
            <a:pPr lvl="1"/>
            <a:r>
              <a:rPr lang="en-AU"/>
              <a:t>Second level</a:t>
            </a:r>
            <a:endParaRPr lang="en-AU"/>
          </a:p>
          <a:p>
            <a:pPr lvl="2"/>
            <a:r>
              <a:rPr lang="en-AU"/>
              <a:t>Third level</a:t>
            </a:r>
            <a:endParaRPr lang="en-AU"/>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p:txBody>
          <a:bodyPr anchor="ctr" anchorCtr="1"/>
          <a:lstStyle>
            <a:lvl1pPr marL="0" indent="0" algn="ctr">
              <a:buNone/>
              <a:defRPr baseline="0"/>
            </a:lvl1pPr>
          </a:lstStyle>
          <a:p>
            <a:pPr lvl="0"/>
            <a:r>
              <a:rPr lang="en-AU" noProof="0"/>
              <a:t>Drag picture to placeholder or click icon to add</a:t>
            </a:r>
            <a:endParaRPr lang="en-US" noProof="0"/>
          </a:p>
        </p:txBody>
      </p:sp>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AU"/>
              <a:t>Click to edit Master title style</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 Option 1">
    <p:spTree>
      <p:nvGrpSpPr>
        <p:cNvPr id="1" name=""/>
        <p:cNvGrpSpPr/>
        <p:nvPr/>
      </p:nvGrpSpPr>
      <p:grpSpPr>
        <a:xfrm>
          <a:off x="0" y="0"/>
          <a:ext cx="0" cy="0"/>
          <a:chOff x="0" y="0"/>
          <a:chExt cx="0" cy="0"/>
        </a:xfrm>
      </p:grpSpPr>
      <p:sp>
        <p:nvSpPr>
          <p:cNvPr id="6" name="Rectangle 5"/>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chemeClr val="bg1"/>
              </a:solidFill>
            </a:endParaRPr>
          </a:p>
        </p:txBody>
      </p:sp>
      <p:pic>
        <p:nvPicPr>
          <p:cNvPr id="8" name="Picture 7" descr="USY_MB1_PMS_1_Colour_Reversed_Logo.png"/>
          <p:cNvPicPr>
            <a:picLocks noChangeAspect="1"/>
          </p:cNvPicPr>
          <p:nvPr/>
        </p:nvPicPr>
        <p:blipFill>
          <a:blip r:embed="rId2" cstate="screen"/>
          <a:srcRect/>
          <a:stretch>
            <a:fillRect/>
          </a:stretch>
        </p:blipFill>
        <p:spPr bwMode="auto">
          <a:xfrm>
            <a:off x="454025" y="5905500"/>
            <a:ext cx="1536700" cy="530225"/>
          </a:xfrm>
          <a:prstGeom prst="rect">
            <a:avLst/>
          </a:prstGeom>
          <a:noFill/>
          <a:ln>
            <a:noFill/>
          </a:ln>
        </p:spPr>
      </p:pic>
      <p:sp>
        <p:nvSpPr>
          <p:cNvPr id="9" name="Title 8"/>
          <p:cNvSpPr>
            <a:spLocks noGrp="1"/>
          </p:cNvSpPr>
          <p:nvPr>
            <p:ph type="title"/>
          </p:nvPr>
        </p:nvSpPr>
        <p:spPr>
          <a:xfrm>
            <a:off x="381884" y="348302"/>
            <a:ext cx="8388586" cy="443577"/>
          </a:xfrm>
        </p:spPr>
        <p:txBody>
          <a:bodyPr anchor="t"/>
          <a:lstStyle>
            <a:lvl1pPr>
              <a:defRPr sz="2800" baseline="0">
                <a:solidFill>
                  <a:schemeClr val="accent1"/>
                </a:solidFill>
              </a:defRPr>
            </a:lvl1pPr>
          </a:lstStyle>
          <a:p>
            <a:r>
              <a:rPr lang="en-AU"/>
              <a:t>Click to edit Master title style</a:t>
            </a:r>
            <a:endParaRPr lang="en-US"/>
          </a:p>
        </p:txBody>
      </p:sp>
      <p:sp>
        <p:nvSpPr>
          <p:cNvPr id="5" name="Text Placeholder 4"/>
          <p:cNvSpPr>
            <a:spLocks noGrp="1"/>
          </p:cNvSpPr>
          <p:nvPr>
            <p:ph type="body" sz="quarter" idx="11"/>
          </p:nvPr>
        </p:nvSpPr>
        <p:spPr>
          <a:xfrm>
            <a:off x="382765" y="799353"/>
            <a:ext cx="8387705"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endParaRPr lang="en-AU"/>
          </a:p>
        </p:txBody>
      </p:sp>
      <p:sp>
        <p:nvSpPr>
          <p:cNvPr id="7" name="Picture Placeholder 13"/>
          <p:cNvSpPr>
            <a:spLocks noGrp="1"/>
          </p:cNvSpPr>
          <p:nvPr>
            <p:ph type="pic" sz="quarter" idx="12" hasCustomPrompt="1"/>
          </p:nvPr>
        </p:nvSpPr>
        <p:spPr>
          <a:xfrm>
            <a:off x="454455" y="1800412"/>
            <a:ext cx="8226486" cy="4635496"/>
          </a:xfrm>
          <a:solidFill>
            <a:srgbClr val="D9D9D9"/>
          </a:solidFill>
        </p:spPr>
        <p:txBody>
          <a:bodyPr anchor="ctr" anchorCtr="0"/>
          <a:lstStyle>
            <a:lvl1pPr marL="0" indent="0" algn="ctr">
              <a:buNone/>
              <a:defRPr/>
            </a:lvl1pPr>
          </a:lstStyle>
          <a:p>
            <a:pPr lvl="0"/>
            <a:r>
              <a:rPr lang="en-AU" noProof="0"/>
              <a:t>Drag picture to placeholder or click icon to add</a:t>
            </a:r>
            <a:endParaRPr lang="en-US" noProof="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ection Divider - Option 2">
    <p:spTree>
      <p:nvGrpSpPr>
        <p:cNvPr id="1" name=""/>
        <p:cNvGrpSpPr/>
        <p:nvPr/>
      </p:nvGrpSpPr>
      <p:grpSpPr>
        <a:xfrm>
          <a:off x="0" y="0"/>
          <a:ext cx="0" cy="0"/>
          <a:chOff x="0" y="0"/>
          <a:chExt cx="0" cy="0"/>
        </a:xfrm>
      </p:grpSpPr>
      <p:pic>
        <p:nvPicPr>
          <p:cNvPr id="3" name="Picture 2" descr="PPT Template background file_Blu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8"/>
          <p:cNvSpPr>
            <a:spLocks noGrp="1"/>
          </p:cNvSpPr>
          <p:nvPr>
            <p:ph type="title"/>
          </p:nvPr>
        </p:nvSpPr>
        <p:spPr>
          <a:xfrm>
            <a:off x="381884" y="1797599"/>
            <a:ext cx="3948874" cy="443577"/>
          </a:xfrm>
        </p:spPr>
        <p:txBody>
          <a:bodyPr anchor="t"/>
          <a:lstStyle>
            <a:lvl1pPr>
              <a:defRPr baseline="0">
                <a:solidFill>
                  <a:schemeClr val="bg1"/>
                </a:solidFill>
              </a:defRPr>
            </a:lvl1pPr>
          </a:lstStyle>
          <a:p>
            <a:r>
              <a:rPr lang="en-AU"/>
              <a:t>Click to edit Master title style</a:t>
            </a:r>
            <a:endParaRPr lang="en-US"/>
          </a:p>
        </p:txBody>
      </p:sp>
      <p:sp>
        <p:nvSpPr>
          <p:cNvPr id="5" name="Text Placeholder 4"/>
          <p:cNvSpPr>
            <a:spLocks noGrp="1"/>
          </p:cNvSpPr>
          <p:nvPr>
            <p:ph type="body" sz="quarter" idx="11"/>
          </p:nvPr>
        </p:nvSpPr>
        <p:spPr>
          <a:xfrm>
            <a:off x="382766" y="2248650"/>
            <a:ext cx="3947992"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endParaRPr lang="en-AU"/>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Divider - Option 3">
    <p:spTree>
      <p:nvGrpSpPr>
        <p:cNvPr id="1" name=""/>
        <p:cNvGrpSpPr/>
        <p:nvPr/>
      </p:nvGrpSpPr>
      <p:grpSpPr>
        <a:xfrm>
          <a:off x="0" y="0"/>
          <a:ext cx="0" cy="0"/>
          <a:chOff x="0" y="0"/>
          <a:chExt cx="0" cy="0"/>
        </a:xfrm>
      </p:grpSpPr>
      <p:pic>
        <p:nvPicPr>
          <p:cNvPr id="2" name="Picture 1" descr="PPT Template background file_Yellow.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8"/>
          <p:cNvSpPr>
            <a:spLocks noGrp="1"/>
          </p:cNvSpPr>
          <p:nvPr>
            <p:ph type="title"/>
          </p:nvPr>
        </p:nvSpPr>
        <p:spPr>
          <a:xfrm>
            <a:off x="381884" y="1797599"/>
            <a:ext cx="3948874" cy="443577"/>
          </a:xfrm>
        </p:spPr>
        <p:txBody>
          <a:bodyPr anchor="t"/>
          <a:lstStyle>
            <a:lvl1pPr>
              <a:defRPr baseline="0">
                <a:solidFill>
                  <a:schemeClr val="tx1"/>
                </a:solidFill>
              </a:defRPr>
            </a:lvl1pPr>
          </a:lstStyle>
          <a:p>
            <a:r>
              <a:rPr lang="en-AU"/>
              <a:t>Click to edit Master title style</a:t>
            </a:r>
            <a:endParaRPr lang="en-US"/>
          </a:p>
        </p:txBody>
      </p:sp>
      <p:sp>
        <p:nvSpPr>
          <p:cNvPr id="5" name="Text Placeholder 4"/>
          <p:cNvSpPr>
            <a:spLocks noGrp="1"/>
          </p:cNvSpPr>
          <p:nvPr>
            <p:ph type="body" sz="quarter" idx="11"/>
          </p:nvPr>
        </p:nvSpPr>
        <p:spPr>
          <a:xfrm>
            <a:off x="382766" y="2248650"/>
            <a:ext cx="3947992"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endParaRPr lang="en-AU"/>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Divider - Option 4">
    <p:spTree>
      <p:nvGrpSpPr>
        <p:cNvPr id="1" name=""/>
        <p:cNvGrpSpPr/>
        <p:nvPr/>
      </p:nvGrpSpPr>
      <p:grpSpPr>
        <a:xfrm>
          <a:off x="0" y="0"/>
          <a:ext cx="0" cy="0"/>
          <a:chOff x="0" y="0"/>
          <a:chExt cx="0" cy="0"/>
        </a:xfrm>
      </p:grpSpPr>
      <p:pic>
        <p:nvPicPr>
          <p:cNvPr id="2" name="Picture 1" descr="PPT Template background file_Charcoal.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8"/>
          <p:cNvSpPr>
            <a:spLocks noGrp="1"/>
          </p:cNvSpPr>
          <p:nvPr>
            <p:ph type="title"/>
          </p:nvPr>
        </p:nvSpPr>
        <p:spPr>
          <a:xfrm>
            <a:off x="381884" y="1797599"/>
            <a:ext cx="3948874" cy="443577"/>
          </a:xfrm>
        </p:spPr>
        <p:txBody>
          <a:bodyPr anchor="t"/>
          <a:lstStyle>
            <a:lvl1pPr>
              <a:defRPr baseline="0">
                <a:solidFill>
                  <a:schemeClr val="bg1"/>
                </a:solidFill>
              </a:defRPr>
            </a:lvl1pPr>
          </a:lstStyle>
          <a:p>
            <a:r>
              <a:rPr lang="en-AU"/>
              <a:t>Click to edit Master title style</a:t>
            </a:r>
            <a:endParaRPr lang="en-US"/>
          </a:p>
        </p:txBody>
      </p:sp>
      <p:sp>
        <p:nvSpPr>
          <p:cNvPr id="5" name="Text Placeholder 4"/>
          <p:cNvSpPr>
            <a:spLocks noGrp="1"/>
          </p:cNvSpPr>
          <p:nvPr>
            <p:ph type="body" sz="quarter" idx="11"/>
          </p:nvPr>
        </p:nvSpPr>
        <p:spPr>
          <a:xfrm>
            <a:off x="382766" y="2248650"/>
            <a:ext cx="3947992"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a:t>Click to edit Master text styles</a:t>
            </a:r>
            <a:endParaRPr lang="en-AU"/>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a:xfrm>
            <a:off x="250824" y="1773238"/>
            <a:ext cx="8662989" cy="4679949"/>
          </a:xfrm>
        </p:spPr>
        <p:txBody>
          <a:bodyPr/>
          <a:lstStyle>
            <a:lvl1pPr>
              <a:spcBef>
                <a:spcPts val="500"/>
              </a:spcBef>
              <a:spcAft>
                <a:spcPts val="500"/>
              </a:spcAft>
              <a:defRPr/>
            </a:lvl1pPr>
            <a:lvl2pPr>
              <a:spcBef>
                <a:spcPts val="500"/>
              </a:spcBef>
              <a:spcAft>
                <a:spcPts val="500"/>
              </a:spcAft>
              <a:defRPr/>
            </a:lvl2pPr>
            <a:lvl3pPr>
              <a:spcBef>
                <a:spcPts val="500"/>
              </a:spcBef>
              <a:spcAft>
                <a:spcPts val="500"/>
              </a:spcAft>
              <a:defRPr/>
            </a:lvl3pPr>
            <a:lvl4pPr>
              <a:spcBef>
                <a:spcPts val="500"/>
              </a:spcBef>
              <a:spcAft>
                <a:spcPts val="500"/>
              </a:spcAft>
              <a:defRPr/>
            </a:lvl4pPr>
            <a:lvl5pPr>
              <a:spcBef>
                <a:spcPts val="500"/>
              </a:spcBef>
              <a:spcAft>
                <a:spcPts val="500"/>
              </a:spcAf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AU"/>
          </a:p>
        </p:txBody>
      </p:sp>
      <p:sp>
        <p:nvSpPr>
          <p:cNvPr id="9" name="Text Placeholder 8"/>
          <p:cNvSpPr>
            <a:spLocks noGrp="1"/>
          </p:cNvSpPr>
          <p:nvPr>
            <p:ph type="body" sz="quarter" idx="13"/>
          </p:nvPr>
        </p:nvSpPr>
        <p:spPr>
          <a:xfrm>
            <a:off x="250825" y="1268413"/>
            <a:ext cx="8662988" cy="485791"/>
          </a:xfrm>
        </p:spPr>
        <p:txBody>
          <a:bodyPr tIns="0" rIns="0" bIns="0" anchor="ctr">
            <a:normAutofit/>
          </a:bodyPr>
          <a:lstStyle>
            <a:lvl1pPr marL="0" indent="0">
              <a:lnSpc>
                <a:spcPts val="1800"/>
              </a:lnSpc>
              <a:spcBef>
                <a:spcPts val="0"/>
              </a:spcBef>
              <a:spcAft>
                <a:spcPts val="0"/>
              </a:spcAft>
              <a:buNone/>
              <a:defRPr sz="2000">
                <a:solidFill>
                  <a:schemeClr val="tx1"/>
                </a:solidFill>
              </a:defRPr>
            </a:lvl1pPr>
          </a:lstStyle>
          <a:p>
            <a:pPr lvl="0"/>
            <a:r>
              <a:rPr lang="en-US"/>
              <a:t>Click to edit Master text styles</a:t>
            </a:r>
            <a:endParaRPr lang="en-US"/>
          </a:p>
        </p:txBody>
      </p:sp>
      <p:sp>
        <p:nvSpPr>
          <p:cNvPr id="5" name="Slide Number Placeholder 5"/>
          <p:cNvSpPr>
            <a:spLocks noGrp="1"/>
          </p:cNvSpPr>
          <p:nvPr userDrawn="1">
            <p:ph type="sldNum" sz="quarter" idx="14"/>
          </p:nvPr>
        </p:nvSpPr>
        <p:spPr>
          <a:xfrm>
            <a:off x="8664575" y="6586538"/>
            <a:ext cx="249238" cy="214312"/>
          </a:xfrm>
          <a:prstGeom prst="rect">
            <a:avLst/>
          </a:prstGeom>
        </p:spPr>
        <p:txBody>
          <a:bodyPr/>
          <a:lstStyle>
            <a:lvl1pPr>
              <a:defRPr>
                <a:latin typeface="Tw Cen MT"/>
              </a:defRPr>
            </a:lvl1pPr>
          </a:lstStyle>
          <a:p>
            <a:pPr>
              <a:defRPr/>
            </a:pPr>
            <a:fld id="{82DE76D6-9D2D-1B42-8DC0-C49F9B330DC3}" type="slidenum">
              <a:rPr lang="en-AU" smtClean="0"/>
            </a:fld>
            <a:endParaRPr lang="en-AU"/>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a:xfrm>
            <a:off x="250824" y="1773238"/>
            <a:ext cx="8662989" cy="4679949"/>
          </a:xfrm>
        </p:spPr>
        <p:txBody>
          <a:bodyPr/>
          <a:lstStyle>
            <a:lvl1pPr>
              <a:spcBef>
                <a:spcPts val="500"/>
              </a:spcBef>
              <a:spcAft>
                <a:spcPts val="500"/>
              </a:spcAft>
              <a:defRPr/>
            </a:lvl1pPr>
            <a:lvl2pPr>
              <a:spcBef>
                <a:spcPts val="500"/>
              </a:spcBef>
              <a:spcAft>
                <a:spcPts val="500"/>
              </a:spcAft>
              <a:defRPr/>
            </a:lvl2pPr>
            <a:lvl3pPr>
              <a:spcBef>
                <a:spcPts val="500"/>
              </a:spcBef>
              <a:spcAft>
                <a:spcPts val="500"/>
              </a:spcAft>
              <a:defRPr/>
            </a:lvl3pPr>
            <a:lvl4pPr>
              <a:spcBef>
                <a:spcPts val="500"/>
              </a:spcBef>
              <a:spcAft>
                <a:spcPts val="500"/>
              </a:spcAft>
              <a:defRPr/>
            </a:lvl4pPr>
            <a:lvl5pPr>
              <a:spcBef>
                <a:spcPts val="500"/>
              </a:spcBef>
              <a:spcAft>
                <a:spcPts val="500"/>
              </a:spcAf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AU"/>
          </a:p>
        </p:txBody>
      </p:sp>
      <p:sp>
        <p:nvSpPr>
          <p:cNvPr id="9" name="Text Placeholder 8"/>
          <p:cNvSpPr>
            <a:spLocks noGrp="1"/>
          </p:cNvSpPr>
          <p:nvPr>
            <p:ph type="body" sz="quarter" idx="13"/>
          </p:nvPr>
        </p:nvSpPr>
        <p:spPr>
          <a:xfrm>
            <a:off x="250825" y="1268413"/>
            <a:ext cx="8662988" cy="485791"/>
          </a:xfrm>
        </p:spPr>
        <p:txBody>
          <a:bodyPr tIns="0" rIns="0" bIns="0" anchor="ctr">
            <a:normAutofit/>
          </a:bodyPr>
          <a:lstStyle>
            <a:lvl1pPr marL="0" indent="0">
              <a:lnSpc>
                <a:spcPts val="1800"/>
              </a:lnSpc>
              <a:spcBef>
                <a:spcPts val="0"/>
              </a:spcBef>
              <a:spcAft>
                <a:spcPts val="0"/>
              </a:spcAft>
              <a:buNone/>
              <a:defRPr sz="2000">
                <a:solidFill>
                  <a:schemeClr val="tx1"/>
                </a:solidFill>
              </a:defRPr>
            </a:lvl1pPr>
          </a:lstStyle>
          <a:p>
            <a:pPr lvl="0"/>
            <a:r>
              <a:rPr lang="en-US"/>
              <a:t>Click to edit Master text styles</a:t>
            </a:r>
            <a:endParaRPr lang="en-US"/>
          </a:p>
        </p:txBody>
      </p:sp>
      <p:sp>
        <p:nvSpPr>
          <p:cNvPr id="5" name="Slide Number Placeholder 5"/>
          <p:cNvSpPr>
            <a:spLocks noGrp="1"/>
          </p:cNvSpPr>
          <p:nvPr userDrawn="1">
            <p:ph type="sldNum" sz="quarter" idx="14"/>
          </p:nvPr>
        </p:nvSpPr>
        <p:spPr>
          <a:xfrm>
            <a:off x="8664575" y="6586538"/>
            <a:ext cx="249238" cy="214312"/>
          </a:xfrm>
          <a:prstGeom prst="rect">
            <a:avLst/>
          </a:prstGeom>
        </p:spPr>
        <p:txBody>
          <a:bodyPr/>
          <a:lstStyle>
            <a:lvl1pPr>
              <a:defRPr>
                <a:latin typeface="Tw Cen MT"/>
              </a:defRPr>
            </a:lvl1pPr>
          </a:lstStyle>
          <a:p>
            <a:pPr>
              <a:defRPr/>
            </a:pPr>
            <a:fld id="{7F3F4E6C-24DC-6D41-A26E-7653FC0CD228}" type="slidenum">
              <a:rPr lang="en-AU" smtClean="0"/>
            </a:fld>
            <a:endParaRPr lang="en-AU"/>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a:xfrm>
            <a:off x="250824" y="1773238"/>
            <a:ext cx="8662989" cy="4679949"/>
          </a:xfrm>
        </p:spPr>
        <p:txBody>
          <a:bodyPr/>
          <a:lstStyle>
            <a:lvl1pPr>
              <a:spcBef>
                <a:spcPts val="500"/>
              </a:spcBef>
              <a:spcAft>
                <a:spcPts val="500"/>
              </a:spcAft>
              <a:defRPr/>
            </a:lvl1pPr>
            <a:lvl2pPr>
              <a:spcBef>
                <a:spcPts val="500"/>
              </a:spcBef>
              <a:spcAft>
                <a:spcPts val="500"/>
              </a:spcAft>
              <a:defRPr/>
            </a:lvl2pPr>
            <a:lvl3pPr>
              <a:spcBef>
                <a:spcPts val="500"/>
              </a:spcBef>
              <a:spcAft>
                <a:spcPts val="500"/>
              </a:spcAft>
              <a:defRPr/>
            </a:lvl3pPr>
            <a:lvl4pPr>
              <a:spcBef>
                <a:spcPts val="500"/>
              </a:spcBef>
              <a:spcAft>
                <a:spcPts val="500"/>
              </a:spcAft>
              <a:defRPr/>
            </a:lvl4pPr>
            <a:lvl5pPr>
              <a:spcBef>
                <a:spcPts val="500"/>
              </a:spcBef>
              <a:spcAft>
                <a:spcPts val="500"/>
              </a:spcAf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AU"/>
          </a:p>
        </p:txBody>
      </p:sp>
      <p:sp>
        <p:nvSpPr>
          <p:cNvPr id="9" name="Text Placeholder 8"/>
          <p:cNvSpPr>
            <a:spLocks noGrp="1"/>
          </p:cNvSpPr>
          <p:nvPr>
            <p:ph type="body" sz="quarter" idx="13"/>
          </p:nvPr>
        </p:nvSpPr>
        <p:spPr>
          <a:xfrm>
            <a:off x="250825" y="1268413"/>
            <a:ext cx="8662988" cy="485791"/>
          </a:xfrm>
        </p:spPr>
        <p:txBody>
          <a:bodyPr tIns="0" rIns="0" bIns="0" anchor="ctr">
            <a:normAutofit/>
          </a:bodyPr>
          <a:lstStyle>
            <a:lvl1pPr marL="0" indent="0">
              <a:lnSpc>
                <a:spcPts val="1800"/>
              </a:lnSpc>
              <a:spcBef>
                <a:spcPts val="0"/>
              </a:spcBef>
              <a:spcAft>
                <a:spcPts val="0"/>
              </a:spcAft>
              <a:buNone/>
              <a:defRPr sz="2000">
                <a:solidFill>
                  <a:schemeClr val="tx1"/>
                </a:solidFill>
              </a:defRPr>
            </a:lvl1pPr>
          </a:lstStyle>
          <a:p>
            <a:pPr lvl="0"/>
            <a:r>
              <a:rPr lang="en-US"/>
              <a:t>Click to edit Master text styles</a:t>
            </a:r>
            <a:endParaRPr lang="en-US"/>
          </a:p>
        </p:txBody>
      </p:sp>
      <p:sp>
        <p:nvSpPr>
          <p:cNvPr id="5" name="Slide Number Placeholder 5"/>
          <p:cNvSpPr>
            <a:spLocks noGrp="1"/>
          </p:cNvSpPr>
          <p:nvPr userDrawn="1">
            <p:ph type="sldNum" sz="quarter" idx="14"/>
          </p:nvPr>
        </p:nvSpPr>
        <p:spPr>
          <a:xfrm>
            <a:off x="8664575" y="6586538"/>
            <a:ext cx="249238" cy="214312"/>
          </a:xfrm>
          <a:prstGeom prst="rect">
            <a:avLst/>
          </a:prstGeom>
        </p:spPr>
        <p:txBody>
          <a:bodyPr/>
          <a:lstStyle>
            <a:lvl1pPr>
              <a:defRPr>
                <a:latin typeface="Tw Cen MT"/>
              </a:defRPr>
            </a:lvl1pPr>
          </a:lstStyle>
          <a:p>
            <a:pPr>
              <a:defRPr/>
            </a:pPr>
            <a:fld id="{4761DD32-702A-6E4D-A234-1D6BE2C4F909}" type="slidenum">
              <a:rPr lang="en-AU" smtClean="0"/>
            </a:fld>
            <a:endParaRPr lang="en-AU"/>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a:xfrm>
            <a:off x="250824" y="1773238"/>
            <a:ext cx="8662989" cy="4679949"/>
          </a:xfrm>
        </p:spPr>
        <p:txBody>
          <a:bodyPr/>
          <a:lstStyle>
            <a:lvl1pPr>
              <a:spcBef>
                <a:spcPts val="500"/>
              </a:spcBef>
              <a:spcAft>
                <a:spcPts val="500"/>
              </a:spcAft>
              <a:defRPr/>
            </a:lvl1pPr>
            <a:lvl2pPr>
              <a:spcBef>
                <a:spcPts val="500"/>
              </a:spcBef>
              <a:spcAft>
                <a:spcPts val="500"/>
              </a:spcAft>
              <a:defRPr/>
            </a:lvl2pPr>
            <a:lvl3pPr>
              <a:spcBef>
                <a:spcPts val="500"/>
              </a:spcBef>
              <a:spcAft>
                <a:spcPts val="500"/>
              </a:spcAft>
              <a:defRPr/>
            </a:lvl3pPr>
            <a:lvl4pPr>
              <a:spcBef>
                <a:spcPts val="500"/>
              </a:spcBef>
              <a:spcAft>
                <a:spcPts val="500"/>
              </a:spcAft>
              <a:defRPr/>
            </a:lvl4pPr>
            <a:lvl5pPr>
              <a:spcBef>
                <a:spcPts val="500"/>
              </a:spcBef>
              <a:spcAft>
                <a:spcPts val="500"/>
              </a:spcAf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AU"/>
          </a:p>
        </p:txBody>
      </p:sp>
      <p:sp>
        <p:nvSpPr>
          <p:cNvPr id="9" name="Text Placeholder 8"/>
          <p:cNvSpPr>
            <a:spLocks noGrp="1"/>
          </p:cNvSpPr>
          <p:nvPr>
            <p:ph type="body" sz="quarter" idx="13"/>
          </p:nvPr>
        </p:nvSpPr>
        <p:spPr>
          <a:xfrm>
            <a:off x="250825" y="1268413"/>
            <a:ext cx="8662988" cy="485791"/>
          </a:xfrm>
        </p:spPr>
        <p:txBody>
          <a:bodyPr tIns="0" rIns="0" bIns="0" anchor="ctr">
            <a:normAutofit/>
          </a:bodyPr>
          <a:lstStyle>
            <a:lvl1pPr marL="0" indent="0">
              <a:lnSpc>
                <a:spcPts val="1800"/>
              </a:lnSpc>
              <a:spcBef>
                <a:spcPts val="0"/>
              </a:spcBef>
              <a:spcAft>
                <a:spcPts val="0"/>
              </a:spcAft>
              <a:buNone/>
              <a:defRPr sz="2000">
                <a:solidFill>
                  <a:schemeClr val="tx1"/>
                </a:solidFill>
              </a:defRPr>
            </a:lvl1pPr>
          </a:lstStyle>
          <a:p>
            <a:pPr lvl="0"/>
            <a:r>
              <a:rPr lang="en-US"/>
              <a:t>Click to edit Master text styles</a:t>
            </a:r>
            <a:endParaRPr lang="en-US"/>
          </a:p>
        </p:txBody>
      </p:sp>
      <p:sp>
        <p:nvSpPr>
          <p:cNvPr id="5" name="Slide Number Placeholder 5"/>
          <p:cNvSpPr>
            <a:spLocks noGrp="1"/>
          </p:cNvSpPr>
          <p:nvPr userDrawn="1">
            <p:ph type="sldNum" sz="quarter" idx="14"/>
          </p:nvPr>
        </p:nvSpPr>
        <p:spPr>
          <a:xfrm>
            <a:off x="8664575" y="6586538"/>
            <a:ext cx="249238" cy="214312"/>
          </a:xfrm>
          <a:prstGeom prst="rect">
            <a:avLst/>
          </a:prstGeom>
        </p:spPr>
        <p:txBody>
          <a:bodyPr/>
          <a:lstStyle>
            <a:lvl1pPr>
              <a:defRPr>
                <a:latin typeface="Tw Cen MT"/>
              </a:defRPr>
            </a:lvl1pPr>
          </a:lstStyle>
          <a:p>
            <a:pPr>
              <a:defRPr/>
            </a:pPr>
            <a:fld id="{6CCAE308-FD66-F440-AED7-3B739A70E1A6}" type="slidenum">
              <a:rPr lang="en-AU" smtClean="0"/>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8" Type="http://schemas.openxmlformats.org/officeDocument/2006/relationships/theme" Target="../theme/theme1.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117475"/>
            <a:ext cx="8229600" cy="1143000"/>
          </a:xfrm>
          <a:prstGeom prst="rect">
            <a:avLst/>
          </a:prstGeom>
          <a:noFill/>
          <a:ln>
            <a:noFill/>
          </a:ln>
        </p:spPr>
        <p:txBody>
          <a:bodyPr vert="horz" wrap="square" lIns="91440" tIns="45720" rIns="91440" bIns="45720" numCol="1" anchor="ctr" anchorCtr="0" compatLnSpc="1"/>
          <a:lstStyle/>
          <a:p>
            <a:pPr lvl="0"/>
            <a:r>
              <a:rPr lang="en-US"/>
              <a:t>Insert slide title here… 28pt</a:t>
            </a:r>
            <a:endParaRPr lang="en-US"/>
          </a:p>
        </p:txBody>
      </p:sp>
      <p:sp>
        <p:nvSpPr>
          <p:cNvPr id="3" name="Text Placeholder 2"/>
          <p:cNvSpPr>
            <a:spLocks noGrp="1"/>
          </p:cNvSpPr>
          <p:nvPr>
            <p:ph type="body" idx="1"/>
          </p:nvPr>
        </p:nvSpPr>
        <p:spPr>
          <a:xfrm>
            <a:off x="457200" y="1358900"/>
            <a:ext cx="8229600" cy="4767263"/>
          </a:xfrm>
          <a:prstGeom prst="rect">
            <a:avLst/>
          </a:prstGeom>
        </p:spPr>
        <p:txBody>
          <a:bodyPr vert="horz" lIns="91440" tIns="45720" rIns="91440" bIns="45720" rtlCol="0">
            <a:normAutofit/>
          </a:bodyPr>
          <a:lstStyle/>
          <a:p>
            <a:r>
              <a:rPr lang="en-US"/>
              <a:t>Sub-heading Bold… 24pt</a:t>
            </a:r>
            <a:endParaRPr lang="en-US"/>
          </a:p>
          <a:p>
            <a:pPr lvl="0"/>
            <a:r>
              <a:rPr lang="en-US"/>
              <a:t>Add body copy </a:t>
            </a:r>
            <a:endParaRPr lang="en-US"/>
          </a:p>
          <a:p>
            <a:r>
              <a:rPr lang="en-US"/>
              <a:t>Add bullet point</a:t>
            </a:r>
            <a:endParaRPr lang="en-US"/>
          </a:p>
          <a:p>
            <a:r>
              <a:rPr lang="en-US"/>
              <a:t>Add bullet point</a:t>
            </a:r>
            <a:endParaRPr lang="en-US"/>
          </a:p>
        </p:txBody>
      </p:sp>
      <p:sp>
        <p:nvSpPr>
          <p:cNvPr id="11" name="Date Placeholder 3"/>
          <p:cNvSpPr txBox="1"/>
          <p:nvPr/>
        </p:nvSpPr>
        <p:spPr>
          <a:xfrm>
            <a:off x="381000" y="6356350"/>
            <a:ext cx="2133600" cy="365125"/>
          </a:xfrm>
          <a:prstGeom prst="rect">
            <a:avLst/>
          </a:prstGeom>
        </p:spPr>
        <p:txBody>
          <a:bodyPr anchor="ctr"/>
          <a:lstStyle>
            <a:defPPr>
              <a:defRPr lang="en-US"/>
            </a:defPPr>
            <a:lvl1pPr marL="0" algn="l" defTabSz="457200" rtl="0" eaLnBrk="1" latinLnBrk="0" hangingPunct="1">
              <a:defRPr lang="en-US" sz="900" b="0" i="0" u="none" strike="noStrike" kern="1200" baseline="0" smtClean="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t>The University of Sydney</a:t>
            </a:r>
          </a:p>
        </p:txBody>
      </p:sp>
      <p:sp>
        <p:nvSpPr>
          <p:cNvPr id="12" name="Slide Number Placeholder 5"/>
          <p:cNvSpPr txBox="1"/>
          <p:nvPr/>
        </p:nvSpPr>
        <p:spPr>
          <a:xfrm>
            <a:off x="6629400" y="6356350"/>
            <a:ext cx="2133600" cy="365125"/>
          </a:xfrm>
          <a:prstGeom prst="rect">
            <a:avLst/>
          </a:prstGeom>
        </p:spPr>
        <p:txBody>
          <a:bodyPr anchor="ctr"/>
          <a:lstStyle>
            <a:defPPr>
              <a:defRPr lang="en-US"/>
            </a:defPPr>
            <a:lvl1pPr marL="0" algn="r" defTabSz="457200" rtl="0" eaLnBrk="1" latinLnBrk="0" hangingPunct="1">
              <a:defRPr sz="900" kern="120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a:t>Page </a:t>
            </a:r>
            <a:fld id="{3B11C02F-2186-5E4E-90C0-5210A150EF9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xStyles>
    <p:titleStyle>
      <a:lvl1pPr algn="l" defTabSz="457200" rtl="0" eaLnBrk="1" fontAlgn="base" hangingPunct="1">
        <a:spcBef>
          <a:spcPct val="0"/>
        </a:spcBef>
        <a:spcAft>
          <a:spcPct val="0"/>
        </a:spcAft>
        <a:defRPr sz="2800" b="1" kern="1200">
          <a:solidFill>
            <a:schemeClr val="accent1"/>
          </a:solidFill>
          <a:latin typeface="Tw Cen MT"/>
          <a:ea typeface="MS PGothic"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MS PGothic" charset="0"/>
        </a:defRPr>
      </a:lvl2pPr>
      <a:lvl3pPr algn="l" defTabSz="457200" rtl="0" eaLnBrk="1" fontAlgn="base" hangingPunct="1">
        <a:spcBef>
          <a:spcPct val="0"/>
        </a:spcBef>
        <a:spcAft>
          <a:spcPct val="0"/>
        </a:spcAft>
        <a:defRPr sz="2400" b="1">
          <a:solidFill>
            <a:schemeClr val="accent1"/>
          </a:solidFill>
          <a:latin typeface="Tw Cen MT" charset="0"/>
          <a:ea typeface="MS PGothic" charset="0"/>
        </a:defRPr>
      </a:lvl3pPr>
      <a:lvl4pPr algn="l" defTabSz="457200" rtl="0" eaLnBrk="1" fontAlgn="base" hangingPunct="1">
        <a:spcBef>
          <a:spcPct val="0"/>
        </a:spcBef>
        <a:spcAft>
          <a:spcPct val="0"/>
        </a:spcAft>
        <a:defRPr sz="2400" b="1">
          <a:solidFill>
            <a:schemeClr val="accent1"/>
          </a:solidFill>
          <a:latin typeface="Tw Cen MT" charset="0"/>
          <a:ea typeface="MS PGothic" charset="0"/>
        </a:defRPr>
      </a:lvl4pPr>
      <a:lvl5pPr algn="l" defTabSz="457200" rtl="0" eaLnBrk="1" fontAlgn="base" hangingPunct="1">
        <a:spcBef>
          <a:spcPct val="0"/>
        </a:spcBef>
        <a:spcAft>
          <a:spcPct val="0"/>
        </a:spcAft>
        <a:defRPr sz="2400" b="1">
          <a:solidFill>
            <a:schemeClr val="accent1"/>
          </a:solidFill>
          <a:latin typeface="Tw Cen MT" charset="0"/>
          <a:ea typeface="MS PGothic" charset="0"/>
        </a:defRPr>
      </a:lvl5pPr>
      <a:lvl6pPr marL="457200" algn="l" defTabSz="457200" rtl="0" eaLnBrk="1" fontAlgn="base" hangingPunct="1">
        <a:spcBef>
          <a:spcPct val="0"/>
        </a:spcBef>
        <a:spcAft>
          <a:spcPct val="0"/>
        </a:spcAft>
        <a:defRPr sz="2400" b="1">
          <a:solidFill>
            <a:schemeClr val="accent1"/>
          </a:solidFill>
          <a:latin typeface="Tw Cen MT" charset="0"/>
          <a:ea typeface="MS PGothic" charset="0"/>
        </a:defRPr>
      </a:lvl6pPr>
      <a:lvl7pPr marL="914400" algn="l" defTabSz="457200" rtl="0" eaLnBrk="1" fontAlgn="base" hangingPunct="1">
        <a:spcBef>
          <a:spcPct val="0"/>
        </a:spcBef>
        <a:spcAft>
          <a:spcPct val="0"/>
        </a:spcAft>
        <a:defRPr sz="2400" b="1">
          <a:solidFill>
            <a:schemeClr val="accent1"/>
          </a:solidFill>
          <a:latin typeface="Tw Cen MT" charset="0"/>
          <a:ea typeface="MS PGothic" charset="0"/>
        </a:defRPr>
      </a:lvl7pPr>
      <a:lvl8pPr marL="1371600" algn="l" defTabSz="457200" rtl="0" eaLnBrk="1" fontAlgn="base" hangingPunct="1">
        <a:spcBef>
          <a:spcPct val="0"/>
        </a:spcBef>
        <a:spcAft>
          <a:spcPct val="0"/>
        </a:spcAft>
        <a:defRPr sz="2400" b="1">
          <a:solidFill>
            <a:schemeClr val="accent1"/>
          </a:solidFill>
          <a:latin typeface="Tw Cen MT" charset="0"/>
          <a:ea typeface="MS PGothic" charset="0"/>
        </a:defRPr>
      </a:lvl8pPr>
      <a:lvl9pPr marL="1828800" algn="l" defTabSz="457200" rtl="0" eaLnBrk="1" fontAlgn="base" hangingPunct="1">
        <a:spcBef>
          <a:spcPct val="0"/>
        </a:spcBef>
        <a:spcAft>
          <a:spcPct val="0"/>
        </a:spcAft>
        <a:defRPr sz="2400" b="1">
          <a:solidFill>
            <a:schemeClr val="accent1"/>
          </a:solidFill>
          <a:latin typeface="Tw Cen MT" charset="0"/>
          <a:ea typeface="MS PGothic" charset="0"/>
        </a:defRPr>
      </a:lvl9pPr>
    </p:titleStyle>
    <p:bodyStyle>
      <a:lvl1pPr marL="342900" indent="-342900" algn="l" defTabSz="457200" rtl="0" eaLnBrk="1" fontAlgn="base" hangingPunct="1">
        <a:spcBef>
          <a:spcPct val="20000"/>
        </a:spcBef>
        <a:spcAft>
          <a:spcPct val="0"/>
        </a:spcAft>
        <a:buFont typeface="Lucida Grande" panose="020B0600040502020204" charset="0"/>
        <a:buChar char="–"/>
        <a:defRPr sz="2400" kern="1200">
          <a:solidFill>
            <a:schemeClr val="tx1"/>
          </a:solidFill>
          <a:latin typeface="Tw Cen MT"/>
          <a:ea typeface="MS PGothic" charset="0"/>
          <a:cs typeface="Tw Cen MT"/>
        </a:defRPr>
      </a:lvl1pPr>
      <a:lvl2pPr marL="742950" indent="-28575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2pPr>
      <a:lvl3pPr marL="11430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3pPr>
      <a:lvl4pPr marL="16002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4pPr>
      <a:lvl5pPr marL="20574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4.xml"/><Relationship Id="rId1" Type="http://schemas.openxmlformats.org/officeDocument/2006/relationships/image" Target="../media/image16.jpe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4.xml"/><Relationship Id="rId5" Type="http://schemas.openxmlformats.org/officeDocument/2006/relationships/slide" Target="slide7.xml"/><Relationship Id="rId4" Type="http://schemas.openxmlformats.org/officeDocument/2006/relationships/slide" Target="slide6.xml"/><Relationship Id="rId3" Type="http://schemas.openxmlformats.org/officeDocument/2006/relationships/slide" Target="slide5.xml"/><Relationship Id="rId2" Type="http://schemas.openxmlformats.org/officeDocument/2006/relationships/slide" Target="slide4.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4.xml"/><Relationship Id="rId1" Type="http://schemas.openxmlformats.org/officeDocument/2006/relationships/image" Target="../media/image1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Team building, team collaboration for business idea, teamwork to solve  problem, participate to work together for success concept, businessmen and  businesswomen team up to solve lightbulb jigsaw 20952211 Vector Art at  Vecteez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55243" y="2464190"/>
            <a:ext cx="3999832" cy="2666555"/>
          </a:xfrm>
          <a:prstGeom prst="rect">
            <a:avLst/>
          </a:prstGeom>
          <a:noFill/>
          <a:extLst>
            <a:ext uri="{909E8E84-426E-40DD-AFC4-6F175D3DCCD1}">
              <a14:hiddenFill xmlns:a14="http://schemas.microsoft.com/office/drawing/2010/main">
                <a:solidFill>
                  <a:srgbClr val="FFFFFF"/>
                </a:solidFill>
              </a14:hiddenFill>
            </a:ext>
          </a:extLst>
        </p:spPr>
      </p:pic>
      <p:sp>
        <p:nvSpPr>
          <p:cNvPr id="107521" name="Rectangle 9"/>
          <p:cNvSpPr>
            <a:spLocks noGrp="1"/>
          </p:cNvSpPr>
          <p:nvPr>
            <p:ph type="title" idx="4294967295"/>
          </p:nvPr>
        </p:nvSpPr>
        <p:spPr>
          <a:xfrm>
            <a:off x="292735" y="247015"/>
            <a:ext cx="5131435" cy="898525"/>
          </a:xfrm>
        </p:spPr>
        <p:txBody>
          <a:bodyPr/>
          <a:lstStyle/>
          <a:p>
            <a:pPr eaLnBrk="1" hangingPunct="1"/>
            <a:r>
              <a:rPr lang="en-US" altLang="en-AU" sz="3600">
                <a:cs typeface="MS PGothic" charset="0"/>
              </a:rPr>
              <a:t>Self-i</a:t>
            </a:r>
            <a:r>
              <a:rPr lang="en-AU" sz="3600">
                <a:cs typeface="MS PGothic" charset="0"/>
              </a:rPr>
              <a:t>ntroduction</a:t>
            </a:r>
            <a:endParaRPr lang="en-AU">
              <a:cs typeface="MS PGothic" charset="0"/>
            </a:endParaRPr>
          </a:p>
        </p:txBody>
      </p:sp>
      <p:sp>
        <p:nvSpPr>
          <p:cNvPr id="107524" name="TextBox 5"/>
          <p:cNvSpPr txBox="1">
            <a:spLocks noChangeArrowheads="1"/>
          </p:cNvSpPr>
          <p:nvPr/>
        </p:nvSpPr>
        <p:spPr bwMode="auto">
          <a:xfrm>
            <a:off x="4535960" y="1891723"/>
            <a:ext cx="185738" cy="369888"/>
          </a:xfrm>
          <a:prstGeom prst="rect">
            <a:avLst/>
          </a:prstGeom>
          <a:noFill/>
          <a:ln>
            <a:noFill/>
          </a:ln>
        </p:spPr>
        <p:txBody>
          <a:bodyPr wrap="none">
            <a:spAutoFit/>
          </a:bodyPr>
          <a:lstStyle>
            <a:lvl1pPr eaLnBrk="0" hangingPunct="0">
              <a:defRPr sz="2400">
                <a:solidFill>
                  <a:schemeClr val="tx1"/>
                </a:solidFill>
                <a:latin typeface="Arial" panose="020B0604020202090204" pitchFamily="34" charset="0"/>
                <a:ea typeface="MS PGothic" charset="0"/>
                <a:cs typeface="MS PGothic" charset="0"/>
              </a:defRPr>
            </a:lvl1pPr>
            <a:lvl2pPr marL="742950" indent="-285750" eaLnBrk="0" hangingPunct="0">
              <a:defRPr sz="2400">
                <a:solidFill>
                  <a:schemeClr val="tx1"/>
                </a:solidFill>
                <a:latin typeface="Arial" panose="020B0604020202090204" pitchFamily="34" charset="0"/>
                <a:ea typeface="MS PGothic" charset="0"/>
              </a:defRPr>
            </a:lvl2pPr>
            <a:lvl3pPr marL="1143000" indent="-228600" eaLnBrk="0" hangingPunct="0">
              <a:defRPr sz="2400">
                <a:solidFill>
                  <a:schemeClr val="tx1"/>
                </a:solidFill>
                <a:latin typeface="Arial" panose="020B0604020202090204" pitchFamily="34" charset="0"/>
                <a:ea typeface="MS PGothic" charset="0"/>
              </a:defRPr>
            </a:lvl3pPr>
            <a:lvl4pPr marL="1600200" indent="-228600" eaLnBrk="0" hangingPunct="0">
              <a:defRPr sz="2400">
                <a:solidFill>
                  <a:schemeClr val="tx1"/>
                </a:solidFill>
                <a:latin typeface="Arial" panose="020B0604020202090204" pitchFamily="34" charset="0"/>
                <a:ea typeface="MS PGothic" charset="0"/>
              </a:defRPr>
            </a:lvl4pPr>
            <a:lvl5pPr marL="2057400" indent="-228600" eaLnBrk="0" hangingPunct="0">
              <a:defRPr sz="2400">
                <a:solidFill>
                  <a:schemeClr val="tx1"/>
                </a:solidFill>
                <a:latin typeface="Arial" panose="020B0604020202090204" pitchFamily="34" charset="0"/>
                <a:ea typeface="MS PGothic" charset="0"/>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MS PGothic" charset="0"/>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MS PGothic" charset="0"/>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MS PGothic" charset="0"/>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MS PGothic" charset="0"/>
              </a:defRPr>
            </a:lvl9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black"/>
              </a:solidFill>
              <a:effectLst/>
              <a:uLnTx/>
              <a:uFillTx/>
              <a:latin typeface="Tw Cen MT"/>
              <a:ea typeface="MS PGothic" charset="0"/>
            </a:endParaRPr>
          </a:p>
        </p:txBody>
      </p:sp>
      <p:sp>
        <p:nvSpPr>
          <p:cNvPr id="2" name="Rectangle 10"/>
          <p:cNvSpPr txBox="1"/>
          <p:nvPr/>
        </p:nvSpPr>
        <p:spPr>
          <a:xfrm>
            <a:off x="457200" y="1485900"/>
            <a:ext cx="4229735" cy="4431665"/>
          </a:xfrm>
          <a:prstGeom prst="rect">
            <a:avLst/>
          </a:prstGeom>
        </p:spPr>
        <p:txBody>
          <a:bodyPr vert="horz" lIns="91440" tIns="45720" rIns="91440" bIns="45720" rtlCol="0">
            <a:normAutofit/>
          </a:bodyPr>
          <a:lstStyle>
            <a:lvl1pPr marL="342900" indent="-342900" algn="l" defTabSz="457200" rtl="0" eaLnBrk="1" fontAlgn="base" hangingPunct="1">
              <a:spcBef>
                <a:spcPct val="20000"/>
              </a:spcBef>
              <a:spcAft>
                <a:spcPct val="0"/>
              </a:spcAft>
              <a:buFont typeface="Lucida Grande" panose="020B0600040502020204" charset="0"/>
              <a:buChar char="–"/>
              <a:defRPr sz="2400" kern="1200">
                <a:solidFill>
                  <a:schemeClr val="tx1"/>
                </a:solidFill>
                <a:latin typeface="Tw Cen MT"/>
                <a:ea typeface="MS PGothic" charset="0"/>
                <a:cs typeface="Tw Cen MT"/>
              </a:defRPr>
            </a:lvl1pPr>
            <a:lvl2pPr marL="742950" indent="-28575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2pPr>
            <a:lvl3pPr marL="11430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3pPr>
            <a:lvl4pPr marL="16002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4pPr>
            <a:lvl5pPr marL="20574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lvl="0">
              <a:buFont typeface="Arial" panose="020B0604020202090204" pitchFamily="34" charset="0"/>
              <a:buChar char="•"/>
            </a:pPr>
            <a:r>
              <a:rPr lang="en-US" sz="2000" err="1">
                <a:latin typeface="Times New Roman Regular" panose="02020503050405090304" charset="0"/>
                <a:cs typeface="Times New Roman Regular" panose="02020503050405090304" charset="0"/>
              </a:rPr>
              <a:t>Zeyuan</a:t>
            </a:r>
            <a:r>
              <a:rPr lang="zh-CN" altLang="en-US" sz="2000">
                <a:latin typeface="Times New Roman Regular" panose="02020503050405090304" charset="0"/>
                <a:cs typeface="Times New Roman Regular" panose="02020503050405090304" charset="0"/>
              </a:rPr>
              <a:t> </a:t>
            </a:r>
            <a:r>
              <a:rPr lang="en-US" altLang="zh-CN" sz="2000">
                <a:latin typeface="Times New Roman Regular" panose="02020503050405090304" charset="0"/>
                <a:cs typeface="Times New Roman Regular" panose="02020503050405090304" charset="0"/>
              </a:rPr>
              <a:t>Wei</a:t>
            </a:r>
            <a:endParaRPr lang="en-US" altLang="zh-CN" sz="2000">
              <a:latin typeface="Times New Roman Regular" panose="02020503050405090304" charset="0"/>
              <a:cs typeface="Times New Roman Regular" panose="02020503050405090304" charset="0"/>
            </a:endParaRPr>
          </a:p>
          <a:p>
            <a:pPr lvl="0">
              <a:buFont typeface="Arial" panose="020B0604020202090204" pitchFamily="34" charset="0"/>
              <a:buChar char="•"/>
            </a:pPr>
            <a:r>
              <a:rPr lang="zh-CN" altLang="en-US" sz="2000">
                <a:latin typeface="Times New Roman Regular" panose="02020503050405090304" charset="0"/>
                <a:cs typeface="Times New Roman Regular" panose="02020503050405090304" charset="0"/>
              </a:rPr>
              <a:t>学术背景</a:t>
            </a:r>
            <a:r>
              <a:rPr lang="en-US" altLang="zh-CN" sz="2000">
                <a:latin typeface="Times New Roman Regular" panose="02020503050405090304" charset="0"/>
                <a:cs typeface="Times New Roman Regular" panose="02020503050405090304" charset="0"/>
              </a:rPr>
              <a:t>：</a:t>
            </a:r>
            <a:endParaRPr lang="en-US" altLang="zh-CN" sz="2000">
              <a:latin typeface="Times New Roman Regular" panose="02020503050405090304" charset="0"/>
              <a:cs typeface="Times New Roman Regular" panose="02020503050405090304" charset="0"/>
            </a:endParaRPr>
          </a:p>
          <a:p>
            <a:pPr lvl="1">
              <a:buFont typeface="Arial" panose="020B0604020202090204" pitchFamily="34" charset="0"/>
              <a:buChar char="•"/>
            </a:pPr>
            <a:r>
              <a:rPr lang="en-US" altLang="zh-CN" sz="2000">
                <a:latin typeface="Times New Roman Regular" panose="02020503050405090304" charset="0"/>
                <a:cs typeface="Times New Roman Regular" panose="02020503050405090304" charset="0"/>
              </a:rPr>
              <a:t>2025</a:t>
            </a:r>
            <a:r>
              <a:rPr lang="zh-CN" altLang="en-US" sz="2000">
                <a:latin typeface="Times New Roman Regular" panose="02020503050405090304" charset="0"/>
                <a:cs typeface="Times New Roman Regular" panose="02020503050405090304" charset="0"/>
              </a:rPr>
              <a:t>年</a:t>
            </a:r>
            <a:r>
              <a:rPr lang="en-US" altLang="zh-CN" sz="2000">
                <a:latin typeface="Times New Roman Regular" panose="02020503050405090304" charset="0"/>
                <a:cs typeface="Times New Roman Regular" panose="02020503050405090304" charset="0"/>
              </a:rPr>
              <a:t>12</a:t>
            </a:r>
            <a:r>
              <a:rPr lang="zh-CN" altLang="en-US" sz="2000">
                <a:latin typeface="Times New Roman Regular" panose="02020503050405090304" charset="0"/>
                <a:cs typeface="Times New Roman Regular" panose="02020503050405090304" charset="0"/>
              </a:rPr>
              <a:t>月获得悉尼大学</a:t>
            </a:r>
            <a:r>
              <a:rPr lang="en-US" altLang="zh-CN" sz="2000">
                <a:latin typeface="Times New Roman Regular" panose="02020503050405090304" charset="0"/>
                <a:cs typeface="Times New Roman Regular" panose="02020503050405090304" charset="0"/>
              </a:rPr>
              <a:t>Master of Computer Science</a:t>
            </a:r>
            <a:r>
              <a:rPr lang="zh-CN" altLang="en-US" sz="2000">
                <a:latin typeface="Times New Roman Regular" panose="02020503050405090304" charset="0"/>
                <a:cs typeface="Times New Roman Regular" panose="02020503050405090304" charset="0"/>
              </a:rPr>
              <a:t>硕士学位</a:t>
            </a:r>
            <a:r>
              <a:rPr lang="en-US" altLang="zh-CN" sz="2000">
                <a:latin typeface="Times New Roman Regular" panose="02020503050405090304" charset="0"/>
                <a:cs typeface="Times New Roman Regular" panose="02020503050405090304" charset="0"/>
              </a:rPr>
              <a:t>。Cybersecurity</a:t>
            </a:r>
            <a:r>
              <a:rPr lang="zh-CN" altLang="en-US" sz="2000">
                <a:latin typeface="Times New Roman Regular" panose="02020503050405090304" charset="0"/>
                <a:cs typeface="Times New Roman Regular" panose="02020503050405090304" charset="0"/>
              </a:rPr>
              <a:t>方向</a:t>
            </a:r>
            <a:r>
              <a:rPr lang="en-US" altLang="zh-CN" sz="2000">
                <a:latin typeface="Times New Roman Regular" panose="02020503050405090304" charset="0"/>
                <a:cs typeface="Times New Roman Regular" panose="02020503050405090304" charset="0"/>
              </a:rPr>
              <a:t>，</a:t>
            </a:r>
            <a:r>
              <a:rPr lang="zh-CN" altLang="en-US" sz="2000">
                <a:latin typeface="Times New Roman Regular" panose="02020503050405090304" charset="0"/>
                <a:cs typeface="Times New Roman Regular" panose="02020503050405090304" charset="0"/>
              </a:rPr>
              <a:t>毕业时均分达到</a:t>
            </a:r>
            <a:r>
              <a:rPr lang="en-US" altLang="zh-CN" sz="2000">
                <a:latin typeface="Times New Roman Regular" panose="02020503050405090304" charset="0"/>
                <a:cs typeface="Times New Roman Regular" panose="02020503050405090304" charset="0"/>
              </a:rPr>
              <a:t> Distinction。</a:t>
            </a:r>
            <a:endParaRPr lang="en-US" altLang="zh-CN" sz="2000">
              <a:latin typeface="Times New Roman Regular" panose="02020503050405090304" charset="0"/>
              <a:cs typeface="Times New Roman Regular" panose="02020503050405090304" charset="0"/>
            </a:endParaRPr>
          </a:p>
          <a:p>
            <a:pPr lvl="0">
              <a:buFont typeface="Arial" panose="020B0604020202090204" pitchFamily="34" charset="0"/>
              <a:buChar char="•"/>
            </a:pPr>
            <a:r>
              <a:rPr lang="zh-CN" altLang="en-US" sz="2000">
                <a:latin typeface="Times New Roman Regular" panose="02020503050405090304" charset="0"/>
                <a:cs typeface="Times New Roman Regular" panose="02020503050405090304" charset="0"/>
              </a:rPr>
              <a:t>工作经历</a:t>
            </a:r>
            <a:r>
              <a:rPr lang="en-US" altLang="zh-CN" sz="2000">
                <a:latin typeface="Times New Roman Regular" panose="02020503050405090304" charset="0"/>
                <a:cs typeface="Times New Roman Regular" panose="02020503050405090304" charset="0"/>
              </a:rPr>
              <a:t>：</a:t>
            </a:r>
            <a:endParaRPr lang="en-US" altLang="zh-CN" sz="2000">
              <a:latin typeface="Times New Roman Regular" panose="02020503050405090304" charset="0"/>
              <a:cs typeface="Times New Roman Regular" panose="02020503050405090304" charset="0"/>
            </a:endParaRPr>
          </a:p>
          <a:p>
            <a:pPr lvl="1">
              <a:buFont typeface="Arial" panose="020B0604020202090204" pitchFamily="34" charset="0"/>
              <a:buChar char="•"/>
            </a:pPr>
            <a:r>
              <a:rPr lang="zh-CN" altLang="en-US" sz="2000">
                <a:latin typeface="Times New Roman Regular" panose="02020503050405090304" charset="0"/>
                <a:cs typeface="Times New Roman Regular" panose="02020503050405090304" charset="0"/>
              </a:rPr>
              <a:t>澳洲</a:t>
            </a:r>
            <a:r>
              <a:rPr lang="en-US" altLang="zh-CN" sz="2000">
                <a:latin typeface="Times New Roman Regular" panose="02020503050405090304" charset="0"/>
                <a:cs typeface="Times New Roman Regular" panose="02020503050405090304" charset="0"/>
              </a:rPr>
              <a:t>：2025</a:t>
            </a:r>
            <a:r>
              <a:rPr lang="zh-CN" altLang="en-US" sz="2000">
                <a:latin typeface="Times New Roman Regular" panose="02020503050405090304" charset="0"/>
                <a:cs typeface="Times New Roman Regular" panose="02020503050405090304" charset="0"/>
              </a:rPr>
              <a:t>年</a:t>
            </a:r>
            <a:r>
              <a:rPr lang="en-US" altLang="zh-CN" sz="2000">
                <a:latin typeface="Times New Roman Regular" panose="02020503050405090304" charset="0"/>
                <a:cs typeface="Times New Roman Regular" panose="02020503050405090304" charset="0"/>
              </a:rPr>
              <a:t>3</a:t>
            </a:r>
            <a:r>
              <a:rPr lang="zh-CN" altLang="en-US" sz="2000">
                <a:latin typeface="Times New Roman Regular" panose="02020503050405090304" charset="0"/>
                <a:cs typeface="Times New Roman Regular" panose="02020503050405090304" charset="0"/>
              </a:rPr>
              <a:t>月开始在</a:t>
            </a:r>
            <a:r>
              <a:rPr lang="en-US" altLang="zh-CN" sz="2000">
                <a:latin typeface="Times New Roman Regular" panose="02020503050405090304" charset="0"/>
                <a:cs typeface="Times New Roman Regular" panose="02020503050405090304" charset="0"/>
              </a:rPr>
              <a:t>Link Cloud (Sydney)</a:t>
            </a:r>
            <a:r>
              <a:rPr lang="zh-CN" altLang="en-US" sz="2000">
                <a:latin typeface="Times New Roman Regular" panose="02020503050405090304" charset="0"/>
                <a:cs typeface="Times New Roman Regular" panose="02020503050405090304" charset="0"/>
              </a:rPr>
              <a:t>实习</a:t>
            </a:r>
            <a:r>
              <a:rPr lang="en-US" altLang="zh-CN" sz="2000">
                <a:latin typeface="Times New Roman Regular" panose="02020503050405090304" charset="0"/>
                <a:cs typeface="Times New Roman Regular" panose="02020503050405090304" charset="0"/>
              </a:rPr>
              <a:t>，</a:t>
            </a:r>
            <a:r>
              <a:rPr lang="zh-CN" altLang="en-US" sz="2000">
                <a:latin typeface="Times New Roman Regular" panose="02020503050405090304" charset="0"/>
                <a:cs typeface="Times New Roman Regular" panose="02020503050405090304" charset="0"/>
              </a:rPr>
              <a:t>岗位是</a:t>
            </a:r>
            <a:r>
              <a:rPr lang="en-US" altLang="zh-CN" sz="2000">
                <a:latin typeface="Times New Roman Regular" panose="02020503050405090304" charset="0"/>
                <a:cs typeface="Times New Roman Regular" panose="02020503050405090304" charset="0"/>
              </a:rPr>
              <a:t>Full Stack Programmer. 2026</a:t>
            </a:r>
            <a:r>
              <a:rPr lang="zh-CN" altLang="en-US" sz="2000">
                <a:latin typeface="Times New Roman Regular" panose="02020503050405090304" charset="0"/>
                <a:cs typeface="Times New Roman Regular" panose="02020503050405090304" charset="0"/>
              </a:rPr>
              <a:t>年</a:t>
            </a:r>
            <a:r>
              <a:rPr lang="en-US" altLang="zh-CN" sz="2000">
                <a:latin typeface="Times New Roman Regular" panose="02020503050405090304" charset="0"/>
                <a:cs typeface="Times New Roman Regular" panose="02020503050405090304" charset="0"/>
              </a:rPr>
              <a:t>1</a:t>
            </a:r>
            <a:r>
              <a:rPr lang="zh-CN" altLang="en-US" sz="2000">
                <a:latin typeface="Times New Roman Regular" panose="02020503050405090304" charset="0"/>
                <a:cs typeface="Times New Roman Regular" panose="02020503050405090304" charset="0"/>
              </a:rPr>
              <a:t>月正式入职</a:t>
            </a:r>
            <a:r>
              <a:rPr lang="en-US" altLang="zh-CN" sz="2000">
                <a:latin typeface="Times New Roman Regular" panose="02020503050405090304" charset="0"/>
                <a:cs typeface="Times New Roman Regular" panose="02020503050405090304" charset="0"/>
              </a:rPr>
              <a:t>（Part </a:t>
            </a:r>
            <a:r>
              <a:rPr lang="en-US" altLang="zh-CN" sz="2000">
                <a:latin typeface="Times New Roman Regular" panose="02020503050405090304" charset="0"/>
                <a:cs typeface="Times New Roman Regular" panose="02020503050405090304" charset="0"/>
              </a:rPr>
              <a:t>time）</a:t>
            </a:r>
            <a:endParaRPr lang="zh-CN" altLang="en-US" sz="2000">
              <a:latin typeface="Times New Roman Regular" panose="02020503050405090304" charset="0"/>
              <a:cs typeface="Times New Roman Regular" panose="02020503050405090304" charset="0"/>
            </a:endParaRPr>
          </a:p>
          <a:p>
            <a:pPr lvl="1">
              <a:buFont typeface="Arial" panose="020B0604020202090204" pitchFamily="34" charset="0"/>
              <a:buChar char="•"/>
            </a:pPr>
            <a:r>
              <a:rPr lang="zh-CN" altLang="en-US" sz="2000">
                <a:latin typeface="Times New Roman Regular" panose="02020503050405090304" charset="0"/>
                <a:cs typeface="Times New Roman Regular" panose="02020503050405090304" charset="0"/>
              </a:rPr>
              <a:t>中国</a:t>
            </a:r>
            <a:r>
              <a:rPr lang="en-US" altLang="zh-CN" sz="2000">
                <a:latin typeface="Times New Roman Regular" panose="02020503050405090304" charset="0"/>
                <a:cs typeface="Times New Roman Regular" panose="02020503050405090304" charset="0"/>
              </a:rPr>
              <a:t>：</a:t>
            </a:r>
            <a:r>
              <a:rPr lang="zh-CN" altLang="en-US" sz="2000">
                <a:latin typeface="Times New Roman Regular" panose="02020503050405090304" charset="0"/>
                <a:cs typeface="Times New Roman Regular" panose="02020503050405090304" charset="0"/>
              </a:rPr>
              <a:t>从事过量化交易的数学模型构建</a:t>
            </a:r>
            <a:r>
              <a:rPr lang="en-US" altLang="zh-CN" sz="2000">
                <a:latin typeface="Times New Roman Regular" panose="02020503050405090304" charset="0"/>
                <a:cs typeface="Times New Roman Regular" panose="02020503050405090304" charset="0"/>
              </a:rPr>
              <a:t>。</a:t>
            </a:r>
            <a:endParaRPr lang="en-US" altLang="zh-CN" sz="2000">
              <a:latin typeface="Times New Roman Regular" panose="02020503050405090304" charset="0"/>
              <a:cs typeface="Times New Roman Regular" panose="0202050305040509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9"/>
          <p:cNvSpPr>
            <a:spLocks noGrp="1"/>
          </p:cNvSpPr>
          <p:nvPr>
            <p:ph type="title" idx="4294967295"/>
          </p:nvPr>
        </p:nvSpPr>
        <p:spPr>
          <a:xfrm>
            <a:off x="278765" y="358775"/>
            <a:ext cx="5071745" cy="963930"/>
          </a:xfrm>
        </p:spPr>
        <p:txBody>
          <a:bodyPr vert="horz" lIns="91440" tIns="45720" rIns="91440" bIns="45720" rtlCol="0" anchor="ctr">
            <a:normAutofit/>
          </a:bodyPr>
          <a:lstStyle/>
          <a:p>
            <a:pPr defTabSz="914400">
              <a:lnSpc>
                <a:spcPct val="90000"/>
              </a:lnSpc>
            </a:pPr>
            <a:r>
              <a:rPr lang="en-US" sz="3200">
                <a:solidFill>
                  <a:srgbClr val="FF0000"/>
                </a:solidFill>
                <a:latin typeface="+mj-lt"/>
                <a:ea typeface="+mj-ea"/>
                <a:cs typeface="+mj-cs"/>
              </a:rPr>
              <a:t>Content</a:t>
            </a:r>
            <a:endParaRPr lang="en-US" sz="3200">
              <a:solidFill>
                <a:srgbClr val="FF0000"/>
              </a:solidFill>
              <a:latin typeface="+mj-lt"/>
              <a:ea typeface="+mj-ea"/>
              <a:cs typeface="+mj-cs"/>
            </a:endParaRPr>
          </a:p>
        </p:txBody>
      </p:sp>
      <p:sp>
        <p:nvSpPr>
          <p:cNvPr id="4" name="Rectangle 10"/>
          <p:cNvSpPr txBox="1"/>
          <p:nvPr/>
        </p:nvSpPr>
        <p:spPr>
          <a:xfrm>
            <a:off x="347980" y="1322705"/>
            <a:ext cx="8448040" cy="2974340"/>
          </a:xfrm>
          <a:prstGeom prst="rect">
            <a:avLst/>
          </a:prstGeom>
        </p:spPr>
        <p:txBody>
          <a:bodyPr vert="horz" lIns="91440" tIns="45720" rIns="91440" bIns="45720" rtlCol="0">
            <a:normAutofit/>
          </a:bodyPr>
          <a:lstStyle>
            <a:lvl1pPr marL="342900" indent="-342900" algn="l" defTabSz="457200" rtl="0" eaLnBrk="1" fontAlgn="base" hangingPunct="1">
              <a:spcBef>
                <a:spcPct val="20000"/>
              </a:spcBef>
              <a:spcAft>
                <a:spcPct val="0"/>
              </a:spcAft>
              <a:buFont typeface="Lucida Grande" panose="020B0600040502020204" charset="0"/>
              <a:buChar char="–"/>
              <a:defRPr sz="2400" kern="1200">
                <a:solidFill>
                  <a:schemeClr val="tx1"/>
                </a:solidFill>
                <a:latin typeface="Tw Cen MT"/>
                <a:ea typeface="MS PGothic" charset="0"/>
                <a:cs typeface="Tw Cen MT"/>
              </a:defRPr>
            </a:lvl1pPr>
            <a:lvl2pPr marL="742950" indent="-28575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2pPr>
            <a:lvl3pPr marL="11430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3pPr>
            <a:lvl4pPr marL="16002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4pPr>
            <a:lvl5pPr marL="20574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514350" lvl="0" indent="-514350">
              <a:buFont typeface="Arial" panose="020B0604020202090204" pitchFamily="34" charset="0"/>
              <a:buAutoNum type="arabicPeriod"/>
            </a:pPr>
            <a:r>
              <a:rPr lang="en-US" altLang="zh-CN" sz="3200" err="1">
                <a:latin typeface="Times New Roman Regular" panose="02020503050405090304" charset="0"/>
                <a:cs typeface="Times New Roman Regular" panose="02020503050405090304" charset="0"/>
                <a:hlinkClick r:id="rId1" action="ppaction://hlinksldjump"/>
              </a:rPr>
              <a:t>RSA</a:t>
            </a:r>
            <a:r>
              <a:rPr lang="zh-CN" altLang="en-US" sz="3200" err="1">
                <a:latin typeface="Times New Roman Regular" panose="02020503050405090304" charset="0"/>
                <a:cs typeface="Times New Roman Regular" panose="02020503050405090304" charset="0"/>
                <a:hlinkClick r:id="rId1" action="ppaction://hlinksldjump"/>
              </a:rPr>
              <a:t>简介</a:t>
            </a:r>
            <a:endParaRPr lang="zh-CN" altLang="en-US" sz="3200" err="1">
              <a:latin typeface="Times New Roman Regular" panose="02020503050405090304" charset="0"/>
              <a:cs typeface="Times New Roman Regular" panose="02020503050405090304" charset="0"/>
            </a:endParaRPr>
          </a:p>
          <a:p>
            <a:pPr marL="514350" lvl="0" indent="-514350">
              <a:buFont typeface="Arial" panose="020B0604020202090204" pitchFamily="34" charset="0"/>
              <a:buAutoNum type="arabicPeriod"/>
            </a:pPr>
            <a:r>
              <a:rPr lang="zh-CN" altLang="en-US" sz="3200" err="1">
                <a:latin typeface="Times New Roman Regular" panose="02020503050405090304" charset="0"/>
                <a:cs typeface="Times New Roman Regular" panose="02020503050405090304" charset="0"/>
                <a:sym typeface="+mn-ea"/>
                <a:hlinkClick r:id="rId2" action="ppaction://hlinksldjump"/>
              </a:rPr>
              <a:t>计算</a:t>
            </a:r>
            <a:r>
              <a:rPr lang="en-US" altLang="zh-CN" sz="3200" err="1">
                <a:latin typeface="Times New Roman Regular" panose="02020503050405090304" charset="0"/>
                <a:cs typeface="Times New Roman Regular" panose="02020503050405090304" charset="0"/>
                <a:sym typeface="+mn-ea"/>
                <a:hlinkClick r:id="rId2" action="ppaction://hlinksldjump"/>
              </a:rPr>
              <a:t>RSA</a:t>
            </a:r>
            <a:r>
              <a:rPr lang="zh-CN" altLang="en-US" sz="3200" err="1">
                <a:latin typeface="Times New Roman Regular" panose="02020503050405090304" charset="0"/>
                <a:cs typeface="Times New Roman Regular" panose="02020503050405090304" charset="0"/>
                <a:sym typeface="+mn-ea"/>
                <a:hlinkClick r:id="rId2" action="ppaction://hlinksldjump"/>
              </a:rPr>
              <a:t>公钥与私钥</a:t>
            </a:r>
            <a:endParaRPr lang="zh-CN" altLang="en-US" sz="3200" err="1">
              <a:latin typeface="Times New Roman Regular" panose="02020503050405090304" charset="0"/>
              <a:cs typeface="Times New Roman Regular" panose="02020503050405090304" charset="0"/>
              <a:sym typeface="+mn-ea"/>
            </a:endParaRPr>
          </a:p>
          <a:p>
            <a:pPr marL="514350" lvl="0" indent="-514350">
              <a:buFont typeface="Arial" panose="020B0604020202090204" pitchFamily="34" charset="0"/>
              <a:buAutoNum type="arabicPeriod"/>
            </a:pPr>
            <a:r>
              <a:rPr lang="zh-CN" altLang="en-US" sz="3200" err="1">
                <a:latin typeface="Times New Roman Regular" panose="02020503050405090304" charset="0"/>
                <a:cs typeface="Times New Roman Regular" panose="02020503050405090304" charset="0"/>
                <a:hlinkClick r:id="rId3" action="ppaction://hlinksldjump"/>
              </a:rPr>
              <a:t>利用</a:t>
            </a:r>
            <a:r>
              <a:rPr lang="en-US" altLang="zh-CN" sz="3200" err="1">
                <a:latin typeface="Times New Roman Regular" panose="02020503050405090304" charset="0"/>
                <a:cs typeface="Times New Roman Regular" panose="02020503050405090304" charset="0"/>
                <a:hlinkClick r:id="rId3" action="ppaction://hlinksldjump"/>
              </a:rPr>
              <a:t>RSA</a:t>
            </a:r>
            <a:r>
              <a:rPr lang="zh-CN" altLang="en-US" sz="3200" err="1">
                <a:latin typeface="Times New Roman Regular" panose="02020503050405090304" charset="0"/>
                <a:cs typeface="Times New Roman Regular" panose="02020503050405090304" charset="0"/>
                <a:hlinkClick r:id="rId3" action="ppaction://hlinksldjump"/>
              </a:rPr>
              <a:t>对数据进行加密</a:t>
            </a:r>
            <a:endParaRPr lang="zh-CN" altLang="en-US" sz="3200" err="1">
              <a:latin typeface="Times New Roman Regular" panose="02020503050405090304" charset="0"/>
              <a:cs typeface="Times New Roman Regular" panose="02020503050405090304" charset="0"/>
            </a:endParaRPr>
          </a:p>
          <a:p>
            <a:pPr marL="514350" lvl="0" indent="-514350">
              <a:buFont typeface="Arial" panose="020B0604020202090204" pitchFamily="34" charset="0"/>
              <a:buAutoNum type="arabicPeriod"/>
            </a:pPr>
            <a:r>
              <a:rPr lang="en-US" altLang="zh-CN" sz="3200" err="1">
                <a:latin typeface="Times New Roman Regular" panose="02020503050405090304" charset="0"/>
                <a:cs typeface="Times New Roman Regular" panose="02020503050405090304" charset="0"/>
                <a:hlinkClick r:id="rId4" action="ppaction://hlinksldjump"/>
              </a:rPr>
              <a:t>RSA Cheatsheet</a:t>
            </a:r>
            <a:endParaRPr lang="en-US" altLang="zh-CN" sz="3200" err="1">
              <a:latin typeface="Times New Roman Regular" panose="02020503050405090304" charset="0"/>
              <a:cs typeface="Times New Roman Regular" panose="02020503050405090304" charset="0"/>
            </a:endParaRPr>
          </a:p>
          <a:p>
            <a:pPr marL="514350" lvl="0" indent="-514350">
              <a:buFont typeface="Arial" panose="020B0604020202090204" pitchFamily="34" charset="0"/>
              <a:buAutoNum type="arabicPeriod"/>
            </a:pPr>
            <a:r>
              <a:rPr lang="en-US" altLang="zh-CN" sz="3200" err="1">
                <a:latin typeface="Times New Roman Regular" panose="02020503050405090304" charset="0"/>
                <a:cs typeface="Times New Roman Regular" panose="02020503050405090304" charset="0"/>
                <a:hlinkClick r:id="rId5" action="ppaction://hlinksldjump"/>
              </a:rPr>
              <a:t>RSA Example</a:t>
            </a:r>
            <a:endParaRPr lang="en-US" altLang="zh-CN" sz="3200" err="1">
              <a:latin typeface="Times New Roman Regular" panose="02020503050405090304" charset="0"/>
              <a:cs typeface="Times New Roman Regular" panose="0202050305040509030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9"/>
          <p:cNvSpPr>
            <a:spLocks noGrp="1"/>
          </p:cNvSpPr>
          <p:nvPr>
            <p:ph type="title" idx="4294967295"/>
          </p:nvPr>
        </p:nvSpPr>
        <p:spPr>
          <a:xfrm>
            <a:off x="278765" y="358775"/>
            <a:ext cx="5071745" cy="963930"/>
          </a:xfrm>
        </p:spPr>
        <p:txBody>
          <a:bodyPr vert="horz" lIns="91440" tIns="45720" rIns="91440" bIns="45720" rtlCol="0" anchor="ctr">
            <a:normAutofit/>
          </a:bodyPr>
          <a:lstStyle/>
          <a:p>
            <a:pPr defTabSz="914400">
              <a:lnSpc>
                <a:spcPct val="90000"/>
              </a:lnSpc>
            </a:pPr>
            <a:r>
              <a:rPr lang="en-US" sz="3200">
                <a:solidFill>
                  <a:srgbClr val="FF0000"/>
                </a:solidFill>
                <a:latin typeface="+mj-lt"/>
                <a:ea typeface="+mj-ea"/>
                <a:cs typeface="+mj-cs"/>
              </a:rPr>
              <a:t>RSA Algorithm</a:t>
            </a:r>
            <a:endParaRPr lang="en-US" sz="3200">
              <a:solidFill>
                <a:srgbClr val="FF0000"/>
              </a:solidFill>
              <a:latin typeface="+mj-lt"/>
              <a:ea typeface="+mj-ea"/>
              <a:cs typeface="+mj-cs"/>
            </a:endParaRPr>
          </a:p>
        </p:txBody>
      </p:sp>
      <p:pic>
        <p:nvPicPr>
          <p:cNvPr id="2" name="图片 1" descr="截屏2026-02-19 22.43.42"/>
          <p:cNvPicPr>
            <a:picLocks noChangeAspect="1"/>
          </p:cNvPicPr>
          <p:nvPr/>
        </p:nvPicPr>
        <p:blipFill>
          <a:blip r:embed="rId1"/>
          <a:stretch>
            <a:fillRect/>
          </a:stretch>
        </p:blipFill>
        <p:spPr>
          <a:xfrm>
            <a:off x="2825750" y="1257300"/>
            <a:ext cx="3710940" cy="2052955"/>
          </a:xfrm>
          <a:prstGeom prst="rect">
            <a:avLst/>
          </a:prstGeom>
        </p:spPr>
      </p:pic>
      <p:sp>
        <p:nvSpPr>
          <p:cNvPr id="4" name="Rectangle 10"/>
          <p:cNvSpPr txBox="1"/>
          <p:nvPr/>
        </p:nvSpPr>
        <p:spPr>
          <a:xfrm>
            <a:off x="457200" y="3514090"/>
            <a:ext cx="8448040" cy="2974340"/>
          </a:xfrm>
          <a:prstGeom prst="rect">
            <a:avLst/>
          </a:prstGeom>
        </p:spPr>
        <p:txBody>
          <a:bodyPr vert="horz" lIns="91440" tIns="45720" rIns="91440" bIns="45720" rtlCol="0">
            <a:normAutofit fontScale="25000"/>
          </a:bodyPr>
          <a:lstStyle>
            <a:lvl1pPr marL="342900" indent="-342900" algn="l" defTabSz="457200" rtl="0" eaLnBrk="1" fontAlgn="base" hangingPunct="1">
              <a:spcBef>
                <a:spcPct val="20000"/>
              </a:spcBef>
              <a:spcAft>
                <a:spcPct val="0"/>
              </a:spcAft>
              <a:buFont typeface="Lucida Grande" panose="020B0600040502020204" charset="0"/>
              <a:buChar char="–"/>
              <a:defRPr sz="2400" kern="1200">
                <a:solidFill>
                  <a:schemeClr val="tx1"/>
                </a:solidFill>
                <a:latin typeface="Tw Cen MT"/>
                <a:ea typeface="MS PGothic" charset="0"/>
                <a:cs typeface="Tw Cen MT"/>
              </a:defRPr>
            </a:lvl1pPr>
            <a:lvl2pPr marL="742950" indent="-28575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2pPr>
            <a:lvl3pPr marL="11430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3pPr>
            <a:lvl4pPr marL="16002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4pPr>
            <a:lvl5pPr marL="2057400" indent="-228600" algn="l" defTabSz="457200" rtl="0" eaLnBrk="1" fontAlgn="base" hangingPunct="1">
              <a:spcBef>
                <a:spcPct val="20000"/>
              </a:spcBef>
              <a:spcAft>
                <a:spcPct val="0"/>
              </a:spcAft>
              <a:buFont typeface="Arial" panose="020B0604020202090204" pitchFamily="34" charset="0"/>
              <a:buChar char="»"/>
              <a:defRPr sz="2000" kern="1200">
                <a:solidFill>
                  <a:schemeClr val="tx1"/>
                </a:solidFill>
                <a:latin typeface="Tw Cen MT"/>
                <a:ea typeface="MS PGothic" charset="0"/>
                <a:cs typeface="Tw Cen MT"/>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lvl="0">
              <a:buFont typeface="Arial" panose="020B0604020202090204" pitchFamily="34" charset="0"/>
              <a:buChar char="•"/>
            </a:pPr>
            <a:r>
              <a:rPr lang="zh-CN" altLang="en-US" sz="7000" err="1">
                <a:latin typeface="Times New Roman Regular" panose="02020503050405090304" charset="0"/>
                <a:cs typeface="Times New Roman Regular" panose="02020503050405090304" charset="0"/>
              </a:rPr>
              <a:t>一种非对称加密算法</a:t>
            </a:r>
            <a:endParaRPr lang="zh-CN" altLang="en-US" sz="7000" err="1">
              <a:latin typeface="Times New Roman Regular" panose="02020503050405090304" charset="0"/>
              <a:cs typeface="Times New Roman Regular" panose="02020503050405090304" charset="0"/>
            </a:endParaRPr>
          </a:p>
          <a:p>
            <a:pPr lvl="1">
              <a:buFont typeface="Arial" panose="020B0604020202090204" pitchFamily="34" charset="0"/>
              <a:buChar char="•"/>
            </a:pPr>
            <a:r>
              <a:rPr lang="zh-CN" altLang="en-US" sz="6400" err="1">
                <a:latin typeface="Times New Roman Regular" panose="02020503050405090304" charset="0"/>
                <a:cs typeface="Times New Roman Regular" panose="02020503050405090304" charset="0"/>
              </a:rPr>
              <a:t>需要公钥</a:t>
            </a:r>
            <a:r>
              <a:rPr lang="en-US" altLang="zh-CN" sz="6400" err="1">
                <a:latin typeface="Times New Roman Regular" panose="02020503050405090304" charset="0"/>
                <a:cs typeface="Times New Roman Regular" panose="02020503050405090304" charset="0"/>
              </a:rPr>
              <a:t>（public key）</a:t>
            </a:r>
            <a:r>
              <a:rPr lang="zh-CN" altLang="en-US" sz="6400" err="1">
                <a:latin typeface="Times New Roman Regular" panose="02020503050405090304" charset="0"/>
                <a:cs typeface="Times New Roman Regular" panose="02020503050405090304" charset="0"/>
              </a:rPr>
              <a:t>和私钥</a:t>
            </a:r>
            <a:r>
              <a:rPr lang="en-US" altLang="zh-CN" sz="6400" err="1">
                <a:latin typeface="Times New Roman Regular" panose="02020503050405090304" charset="0"/>
                <a:cs typeface="Times New Roman Regular" panose="02020503050405090304" charset="0"/>
              </a:rPr>
              <a:t>（private key）</a:t>
            </a:r>
            <a:r>
              <a:rPr lang="en-US" sz="7000" dirty="0">
                <a:latin typeface="Gill Sans MT" charset="0"/>
                <a:sym typeface="+mn-ea"/>
              </a:rPr>
              <a:t> </a:t>
            </a:r>
            <a:endParaRPr lang="en-US" sz="7000" dirty="0">
              <a:latin typeface="Gill Sans MT" charset="0"/>
              <a:sym typeface="+mn-ea"/>
            </a:endParaRPr>
          </a:p>
          <a:p>
            <a:pPr lvl="0">
              <a:buFont typeface="Arial" panose="020B0604020202090204" pitchFamily="34" charset="0"/>
              <a:buChar char="•"/>
            </a:pPr>
            <a:r>
              <a:rPr lang="en-US" sz="7000" dirty="0">
                <a:latin typeface="Gill Sans MT" charset="0"/>
                <a:sym typeface="+mn-ea"/>
              </a:rPr>
              <a:t>to encrypt </a:t>
            </a:r>
            <a:r>
              <a:rPr lang="en-US" sz="7000" b="1" i="1" dirty="0">
                <a:solidFill>
                  <a:srgbClr val="FF0000"/>
                </a:solidFill>
                <a:latin typeface="Gill Sans MT" charset="0"/>
                <a:sym typeface="+mn-ea"/>
              </a:rPr>
              <a:t>m</a:t>
            </a:r>
            <a:r>
              <a:rPr lang="en-US" sz="7000" dirty="0">
                <a:latin typeface="Gill Sans MT" charset="0"/>
                <a:sym typeface="+mn-ea"/>
              </a:rPr>
              <a:t>, we encrypt the corresponding number, which gives a new number </a:t>
            </a:r>
            <a:r>
              <a:rPr lang="en-US" sz="7000" b="1" i="1" dirty="0">
                <a:solidFill>
                  <a:srgbClr val="FF0000"/>
                </a:solidFill>
                <a:latin typeface="Gill Sans MT" charset="0"/>
                <a:sym typeface="+mn-ea"/>
              </a:rPr>
              <a:t>c</a:t>
            </a:r>
            <a:r>
              <a:rPr lang="en-US" sz="7000" dirty="0">
                <a:latin typeface="Gill Sans MT" charset="0"/>
                <a:sym typeface="+mn-ea"/>
              </a:rPr>
              <a:t> (the ciphertext).</a:t>
            </a:r>
            <a:endParaRPr lang="en-US" sz="7000" dirty="0">
              <a:latin typeface="Gill Sans MT" charset="0"/>
              <a:sym typeface="+mn-ea"/>
            </a:endParaRPr>
          </a:p>
          <a:p>
            <a:pPr lvl="1">
              <a:buFont typeface="Arial" panose="020B0604020202090204" pitchFamily="34" charset="0"/>
              <a:buChar char="•"/>
            </a:pPr>
            <a:r>
              <a:rPr lang="zh-CN" altLang="en-US" sz="6400" err="1">
                <a:latin typeface="Times New Roman Regular" panose="02020503050405090304" charset="0"/>
                <a:cs typeface="Times New Roman Regular" panose="02020503050405090304" charset="0"/>
              </a:rPr>
              <a:t>所谓的加密</a:t>
            </a:r>
            <a:r>
              <a:rPr lang="en-US" altLang="zh-CN" sz="6400" err="1">
                <a:latin typeface="Times New Roman Regular" panose="02020503050405090304" charset="0"/>
                <a:cs typeface="Times New Roman Regular" panose="02020503050405090304" charset="0"/>
              </a:rPr>
              <a:t>（encryption）</a:t>
            </a:r>
            <a:r>
              <a:rPr lang="zh-CN" altLang="en-US" sz="6400" err="1">
                <a:latin typeface="Times New Roman Regular" panose="02020503050405090304" charset="0"/>
                <a:cs typeface="Times New Roman Regular" panose="02020503050405090304" charset="0"/>
              </a:rPr>
              <a:t>与解密</a:t>
            </a:r>
            <a:r>
              <a:rPr lang="en-US" altLang="zh-CN" sz="6400" err="1">
                <a:latin typeface="Times New Roman Regular" panose="02020503050405090304" charset="0"/>
                <a:cs typeface="Times New Roman Regular" panose="02020503050405090304" charset="0"/>
              </a:rPr>
              <a:t>（decryption），</a:t>
            </a:r>
            <a:r>
              <a:rPr lang="zh-CN" altLang="en-US" sz="6400" err="1">
                <a:latin typeface="Times New Roman Regular" panose="02020503050405090304" charset="0"/>
                <a:cs typeface="Times New Roman Regular" panose="02020503050405090304" charset="0"/>
              </a:rPr>
              <a:t>就是通过比如</a:t>
            </a:r>
            <a:r>
              <a:rPr lang="zh-CN" altLang="en-US" sz="6400" err="1">
                <a:latin typeface="宋体" charset="0"/>
                <a:ea typeface="宋体" charset="0"/>
                <a:cs typeface="Times New Roman Regular" panose="02020503050405090304" charset="0"/>
              </a:rPr>
              <a:t>＋</a:t>
            </a:r>
            <a:r>
              <a:rPr lang="en-US" altLang="zh-CN" sz="6400" err="1">
                <a:latin typeface="Times New Roman Regular" panose="02020503050405090304" charset="0"/>
                <a:cs typeface="Times New Roman Regular" panose="02020503050405090304" charset="0"/>
              </a:rPr>
              <a:t>，</a:t>
            </a:r>
            <a:r>
              <a:rPr lang="en-US" altLang="zh-CN" sz="6400" err="1">
                <a:latin typeface="宋体" charset="0"/>
                <a:ea typeface="宋体" charset="0"/>
                <a:cs typeface="Times New Roman Regular" panose="02020503050405090304" charset="0"/>
              </a:rPr>
              <a:t>－</a:t>
            </a:r>
            <a:r>
              <a:rPr lang="en-US" altLang="zh-CN" sz="6400" err="1">
                <a:latin typeface="Times New Roman Regular" panose="02020503050405090304" charset="0"/>
                <a:cs typeface="Times New Roman Regular" panose="02020503050405090304" charset="0"/>
              </a:rPr>
              <a:t>，</a:t>
            </a:r>
            <a:r>
              <a:rPr lang="en-US" altLang="zh-CN" sz="6400" err="1">
                <a:latin typeface="Arial" panose="020B0604020202090204" pitchFamily="34" charset="0"/>
                <a:cs typeface="Times New Roman Regular" panose="02020503050405090304" charset="0"/>
              </a:rPr>
              <a:t>×，÷</a:t>
            </a:r>
            <a:r>
              <a:rPr lang="zh-CN" altLang="en-US" sz="6400" err="1">
                <a:latin typeface="Arial" panose="020B0604020202090204" pitchFamily="34" charset="0"/>
                <a:cs typeface="Times New Roman Regular" panose="02020503050405090304" charset="0"/>
              </a:rPr>
              <a:t>等方式对数字进行改变以及还原的过程</a:t>
            </a:r>
            <a:r>
              <a:rPr lang="en-US" altLang="zh-CN" sz="6400" err="1">
                <a:latin typeface="Arial" panose="020B0604020202090204" pitchFamily="34" charset="0"/>
                <a:cs typeface="Times New Roman Regular" panose="02020503050405090304" charset="0"/>
              </a:rPr>
              <a:t>。</a:t>
            </a:r>
            <a:endParaRPr lang="en-US" altLang="zh-CN" sz="6400" err="1">
              <a:latin typeface="Arial" panose="020B0604020202090204" pitchFamily="34" charset="0"/>
              <a:cs typeface="Times New Roman Regular" panose="02020503050405090304" charset="0"/>
            </a:endParaRPr>
          </a:p>
          <a:p>
            <a:pPr marL="0" lvl="1">
              <a:buFont typeface="Arial" panose="020B0604020202090204" pitchFamily="34" charset="0"/>
              <a:buChar char="•"/>
            </a:pPr>
            <a:r>
              <a:rPr lang="zh-CN" altLang="en-US" sz="7000" err="1">
                <a:latin typeface="Times New Roman Regular" panose="02020503050405090304" charset="0"/>
                <a:cs typeface="Times New Roman Regular" panose="02020503050405090304" charset="0"/>
                <a:sym typeface="+mn-ea"/>
              </a:rPr>
              <a:t>任何数据在计算机中以及传输过程中都会被转化成二进制数</a:t>
            </a:r>
            <a:endParaRPr lang="en-US" sz="7000" dirty="0">
              <a:latin typeface="Gill Sans MT" charset="0"/>
            </a:endParaRPr>
          </a:p>
          <a:p>
            <a:pPr lvl="1">
              <a:buFont typeface="Arial" panose="020B0604020202090204" pitchFamily="34" charset="0"/>
              <a:buChar char="•"/>
            </a:pPr>
            <a:r>
              <a:rPr lang="en-US" sz="6400" dirty="0">
                <a:latin typeface="Gill Sans MT" charset="0"/>
                <a:sym typeface="+mn-ea"/>
              </a:rPr>
              <a:t>m= 10010001. This message is uniquely represented by the decimal number 145. </a:t>
            </a:r>
            <a:endParaRPr lang="en-US" sz="6400" dirty="0">
              <a:latin typeface="Gill Sans MT" charset="0"/>
              <a:sym typeface="+mn-ea"/>
            </a:endParaRPr>
          </a:p>
          <a:p>
            <a:pPr lvl="0">
              <a:buFont typeface="Arial" panose="020B0604020202090204" pitchFamily="34" charset="0"/>
              <a:buChar char="•"/>
            </a:pPr>
            <a:endParaRPr lang="en-US" altLang="zh-CN" sz="1995" err="1">
              <a:latin typeface="Arial" panose="020B0604020202090204" pitchFamily="34" charset="0"/>
              <a:cs typeface="Times New Roman Regular" panose="02020503050405090304" charset="0"/>
            </a:endParaRPr>
          </a:p>
          <a:p>
            <a:pPr lvl="0">
              <a:buFont typeface="Arial" panose="020B0604020202090204" pitchFamily="34" charset="0"/>
              <a:buChar char="•"/>
            </a:pPr>
            <a:endParaRPr lang="en-US" altLang="zh-CN" sz="1995" err="1">
              <a:latin typeface="Arial" panose="020B0604020202090204" pitchFamily="34" charset="0"/>
              <a:cs typeface="Times New Roman Regular" panose="0202050305040509030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324168" y="505731"/>
            <a:ext cx="7772400" cy="430887"/>
          </a:xfrm>
          <a:noFill/>
          <a:ln>
            <a:noFill/>
          </a:ln>
        </p:spPr>
        <p:txBody>
          <a:bodyPr vert="horz" wrap="square" lIns="91440" tIns="45720" rIns="91440" bIns="45720" numCol="1" anchor="ctr" anchorCtr="0" compatLnSpc="1"/>
          <a:lstStyle/>
          <a:p>
            <a:r>
              <a:rPr lang="en-US" dirty="0"/>
              <a:t>RSA: Creating public/private key pair</a:t>
            </a:r>
            <a:endParaRPr lang="en-US" dirty="0"/>
          </a:p>
        </p:txBody>
      </p:sp>
      <p:sp>
        <p:nvSpPr>
          <p:cNvPr id="50179" name="Text Box 3"/>
          <p:cNvSpPr txBox="1">
            <a:spLocks noChangeArrowheads="1"/>
          </p:cNvSpPr>
          <p:nvPr/>
        </p:nvSpPr>
        <p:spPr bwMode="auto">
          <a:xfrm>
            <a:off x="625475" y="1400175"/>
            <a:ext cx="5974080" cy="829945"/>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r>
              <a:rPr lang="en-US" sz="2400" dirty="0">
                <a:solidFill>
                  <a:schemeClr val="tx1"/>
                </a:solidFill>
                <a:latin typeface="Gill Sans MT" charset="0"/>
              </a:rPr>
              <a:t>1. c</a:t>
            </a:r>
            <a:r>
              <a:rPr lang="en-US" sz="2400" dirty="0">
                <a:latin typeface="Gill Sans MT" charset="0"/>
              </a:rPr>
              <a:t>hoose two large prime numbers </a:t>
            </a:r>
            <a:r>
              <a:rPr lang="en-US" sz="2400" i="1" dirty="0">
                <a:latin typeface="Gill Sans MT" charset="0"/>
              </a:rPr>
              <a:t>p, q.</a:t>
            </a:r>
            <a:r>
              <a:rPr lang="en-US" sz="2400" dirty="0">
                <a:latin typeface="Gill Sans MT" charset="0"/>
              </a:rPr>
              <a:t> </a:t>
            </a:r>
            <a:endParaRPr lang="en-US" sz="2400" dirty="0">
              <a:latin typeface="Gill Sans MT" charset="0"/>
            </a:endParaRPr>
          </a:p>
          <a:p>
            <a:r>
              <a:rPr lang="en-US" sz="2400" dirty="0">
                <a:latin typeface="Gill Sans MT" charset="0"/>
              </a:rPr>
              <a:t>   </a:t>
            </a:r>
            <a:r>
              <a:rPr lang="zh-CN" altLang="en-US" sz="1600" dirty="0">
                <a:solidFill>
                  <a:schemeClr val="tx2"/>
                </a:solidFill>
                <a:latin typeface="Gill Sans MT" charset="0"/>
              </a:rPr>
              <a:t>选择两个质数</a:t>
            </a:r>
            <a:r>
              <a:rPr lang="en-US" altLang="zh-CN" sz="1600" dirty="0">
                <a:solidFill>
                  <a:schemeClr val="tx2"/>
                </a:solidFill>
                <a:latin typeface="Gill Sans MT" charset="0"/>
              </a:rPr>
              <a:t>，</a:t>
            </a:r>
            <a:r>
              <a:rPr lang="zh-CN" altLang="en-US" sz="1600" dirty="0">
                <a:solidFill>
                  <a:schemeClr val="tx2"/>
                </a:solidFill>
                <a:latin typeface="Gill Sans MT" charset="0"/>
              </a:rPr>
              <a:t>质数包括</a:t>
            </a:r>
            <a:r>
              <a:rPr lang="en-US" altLang="zh-CN" sz="1600" dirty="0">
                <a:solidFill>
                  <a:schemeClr val="tx2"/>
                </a:solidFill>
                <a:latin typeface="Gill Sans MT" charset="0"/>
              </a:rPr>
              <a:t>：2，3，5，7，11，13......</a:t>
            </a:r>
            <a:endParaRPr lang="en-US" altLang="zh-CN" sz="1600" dirty="0">
              <a:solidFill>
                <a:schemeClr val="tx2"/>
              </a:solidFill>
              <a:latin typeface="Gill Sans MT" charset="0"/>
            </a:endParaRPr>
          </a:p>
        </p:txBody>
      </p:sp>
      <p:sp>
        <p:nvSpPr>
          <p:cNvPr id="50180" name="Text Box 4"/>
          <p:cNvSpPr txBox="1">
            <a:spLocks noChangeArrowheads="1"/>
          </p:cNvSpPr>
          <p:nvPr/>
        </p:nvSpPr>
        <p:spPr bwMode="auto">
          <a:xfrm>
            <a:off x="611188" y="2386013"/>
            <a:ext cx="5023485" cy="460375"/>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r>
              <a:rPr lang="en-US" sz="2400" dirty="0">
                <a:solidFill>
                  <a:schemeClr val="tx1"/>
                </a:solidFill>
                <a:latin typeface="Gill Sans MT" charset="0"/>
              </a:rPr>
              <a:t>2. c</a:t>
            </a:r>
            <a:r>
              <a:rPr lang="en-US" sz="2400" dirty="0">
                <a:latin typeface="Gill Sans MT" charset="0"/>
              </a:rPr>
              <a:t>ompute </a:t>
            </a:r>
            <a:r>
              <a:rPr lang="en-US" sz="2400" i="1" dirty="0">
                <a:solidFill>
                  <a:srgbClr val="C00000"/>
                </a:solidFill>
                <a:latin typeface="Gill Sans MT" charset="0"/>
              </a:rPr>
              <a:t>n </a:t>
            </a:r>
            <a:r>
              <a:rPr lang="en-US" sz="2400" i="1" dirty="0">
                <a:latin typeface="Gill Sans MT" charset="0"/>
              </a:rPr>
              <a:t>= pq,  </a:t>
            </a:r>
            <a:r>
              <a:rPr lang="en-US" sz="2400" i="1" dirty="0">
                <a:solidFill>
                  <a:srgbClr val="0070C0"/>
                </a:solidFill>
                <a:latin typeface="Gill Sans MT" charset="0"/>
              </a:rPr>
              <a:t>z</a:t>
            </a:r>
            <a:r>
              <a:rPr lang="en-US" sz="2400" i="1" dirty="0">
                <a:latin typeface="Gill Sans MT" charset="0"/>
              </a:rPr>
              <a:t> = (p-1)(q-1</a:t>
            </a:r>
            <a:r>
              <a:rPr lang="en-US" sz="2400" dirty="0">
                <a:latin typeface="Gill Sans MT" charset="0"/>
              </a:rPr>
              <a:t>)</a:t>
            </a:r>
            <a:endParaRPr lang="en-US" sz="2400" dirty="0">
              <a:latin typeface="Gill Sans MT" charset="0"/>
            </a:endParaRPr>
          </a:p>
        </p:txBody>
      </p:sp>
      <p:sp>
        <p:nvSpPr>
          <p:cNvPr id="50181" name="Text Box 5"/>
          <p:cNvSpPr txBox="1">
            <a:spLocks noChangeArrowheads="1"/>
          </p:cNvSpPr>
          <p:nvPr/>
        </p:nvSpPr>
        <p:spPr bwMode="auto">
          <a:xfrm>
            <a:off x="609600" y="3055938"/>
            <a:ext cx="7483475" cy="1076325"/>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r>
              <a:rPr lang="en-US" sz="2400" dirty="0">
                <a:solidFill>
                  <a:schemeClr val="tx1"/>
                </a:solidFill>
                <a:latin typeface="Gill Sans MT" charset="0"/>
              </a:rPr>
              <a:t>3. c</a:t>
            </a:r>
            <a:r>
              <a:rPr lang="en-US" sz="2400" dirty="0">
                <a:latin typeface="Gill Sans MT" charset="0"/>
              </a:rPr>
              <a:t>hoose </a:t>
            </a:r>
            <a:r>
              <a:rPr lang="en-US" sz="2400" i="1" dirty="0">
                <a:solidFill>
                  <a:srgbClr val="C00000"/>
                </a:solidFill>
                <a:latin typeface="Gill Sans MT" charset="0"/>
              </a:rPr>
              <a:t>e</a:t>
            </a:r>
            <a:r>
              <a:rPr lang="en-US" sz="2400" i="1" dirty="0">
                <a:latin typeface="Gill Sans MT" charset="0"/>
              </a:rPr>
              <a:t> (</a:t>
            </a:r>
            <a:r>
              <a:rPr lang="en-US" sz="2400" dirty="0">
                <a:latin typeface="Gill Sans MT" charset="0"/>
              </a:rPr>
              <a:t>with</a:t>
            </a:r>
            <a:r>
              <a:rPr lang="en-US" sz="2400" i="1" dirty="0">
                <a:latin typeface="Gill Sans MT" charset="0"/>
              </a:rPr>
              <a:t> e&lt;n)</a:t>
            </a:r>
            <a:r>
              <a:rPr lang="en-US" sz="2400" dirty="0">
                <a:latin typeface="Gill Sans MT" charset="0"/>
              </a:rPr>
              <a:t> that has no common factors</a:t>
            </a:r>
            <a:endParaRPr lang="en-US" sz="2400" dirty="0">
              <a:latin typeface="Gill Sans MT" charset="0"/>
            </a:endParaRPr>
          </a:p>
          <a:p>
            <a:r>
              <a:rPr lang="en-US" sz="2400" dirty="0">
                <a:latin typeface="Gill Sans MT" charset="0"/>
              </a:rPr>
              <a:t>    with z (</a:t>
            </a:r>
            <a:r>
              <a:rPr lang="en-US" sz="2400" i="1" dirty="0">
                <a:latin typeface="Gill Sans MT" charset="0"/>
              </a:rPr>
              <a:t>e, z</a:t>
            </a:r>
            <a:r>
              <a:rPr lang="en-US" sz="2400" dirty="0">
                <a:latin typeface="Gill Sans MT" charset="0"/>
              </a:rPr>
              <a:t> are </a:t>
            </a:r>
            <a:r>
              <a:rPr lang="ja-JP" altLang="en-US" sz="2400">
                <a:latin typeface="Gill Sans MT" charset="0"/>
              </a:rPr>
              <a:t>“</a:t>
            </a:r>
            <a:r>
              <a:rPr lang="en-US" altLang="ja-JP" sz="2400" dirty="0">
                <a:latin typeface="Gill Sans MT" charset="0"/>
              </a:rPr>
              <a:t>relatively prime</a:t>
            </a:r>
            <a:r>
              <a:rPr lang="ja-JP" altLang="en-US" sz="2400">
                <a:latin typeface="Gill Sans MT" charset="0"/>
              </a:rPr>
              <a:t>”</a:t>
            </a:r>
            <a:r>
              <a:rPr lang="en-US" altLang="ja-JP" sz="2400" dirty="0">
                <a:latin typeface="Gill Sans MT" charset="0"/>
              </a:rPr>
              <a:t>).</a:t>
            </a:r>
            <a:endParaRPr lang="en-US" altLang="ja-JP" sz="2400" dirty="0">
              <a:latin typeface="Gill Sans MT" charset="0"/>
            </a:endParaRPr>
          </a:p>
          <a:p>
            <a:r>
              <a:rPr lang="en-US" altLang="ja-JP" sz="1600" dirty="0">
                <a:latin typeface="Gill Sans MT" charset="0"/>
              </a:rPr>
              <a:t>        </a:t>
            </a:r>
            <a:r>
              <a:rPr lang="en-US" altLang="ja-JP" sz="1600" dirty="0">
                <a:solidFill>
                  <a:schemeClr val="tx2"/>
                </a:solidFill>
                <a:latin typeface="Gill Sans MT" charset="0"/>
              </a:rPr>
              <a:t>e</a:t>
            </a:r>
            <a:r>
              <a:rPr lang="zh-CN" altLang="en-US" sz="1600" dirty="0">
                <a:solidFill>
                  <a:schemeClr val="tx2"/>
                </a:solidFill>
                <a:latin typeface="Gill Sans MT" charset="0"/>
              </a:rPr>
              <a:t>需要和</a:t>
            </a:r>
            <a:r>
              <a:rPr lang="en-US" altLang="zh-CN" sz="1600" dirty="0">
                <a:solidFill>
                  <a:schemeClr val="tx2"/>
                </a:solidFill>
                <a:latin typeface="Gill Sans MT" charset="0"/>
              </a:rPr>
              <a:t>z</a:t>
            </a:r>
            <a:r>
              <a:rPr lang="zh-CN" altLang="en-US" sz="1600" dirty="0">
                <a:solidFill>
                  <a:schemeClr val="tx2"/>
                </a:solidFill>
                <a:latin typeface="Gill Sans MT" charset="0"/>
              </a:rPr>
              <a:t>互质</a:t>
            </a:r>
            <a:endParaRPr lang="zh-CN" altLang="en-US" sz="1600" dirty="0">
              <a:solidFill>
                <a:schemeClr val="tx2"/>
              </a:solidFill>
              <a:latin typeface="Gill Sans MT" charset="0"/>
            </a:endParaRPr>
          </a:p>
        </p:txBody>
      </p:sp>
      <p:sp>
        <p:nvSpPr>
          <p:cNvPr id="50182" name="Text Box 6"/>
          <p:cNvSpPr txBox="1">
            <a:spLocks noChangeArrowheads="1"/>
          </p:cNvSpPr>
          <p:nvPr/>
        </p:nvSpPr>
        <p:spPr bwMode="auto">
          <a:xfrm>
            <a:off x="625475" y="4044950"/>
            <a:ext cx="7560945" cy="1076325"/>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r>
              <a:rPr lang="en-US" sz="2400" dirty="0">
                <a:solidFill>
                  <a:schemeClr val="tx1"/>
                </a:solidFill>
                <a:latin typeface="Gill Sans MT" charset="0"/>
              </a:rPr>
              <a:t>4. c</a:t>
            </a:r>
            <a:r>
              <a:rPr lang="en-US" sz="2400" dirty="0">
                <a:latin typeface="Gill Sans MT" charset="0"/>
              </a:rPr>
              <a:t>hoose </a:t>
            </a:r>
            <a:r>
              <a:rPr lang="en-US" sz="2400" i="1" dirty="0">
                <a:solidFill>
                  <a:srgbClr val="C00000"/>
                </a:solidFill>
                <a:latin typeface="Gill Sans MT" charset="0"/>
              </a:rPr>
              <a:t>d</a:t>
            </a:r>
            <a:r>
              <a:rPr lang="en-US" sz="2400" dirty="0">
                <a:latin typeface="Gill Sans MT" charset="0"/>
              </a:rPr>
              <a:t> such that </a:t>
            </a:r>
            <a:r>
              <a:rPr lang="en-US" sz="2400" i="1" dirty="0">
                <a:latin typeface="Gill Sans MT" charset="0"/>
              </a:rPr>
              <a:t>ed-1</a:t>
            </a:r>
            <a:r>
              <a:rPr lang="en-US" sz="2400" dirty="0">
                <a:latin typeface="Gill Sans MT" charset="0"/>
              </a:rPr>
              <a:t> is  exactly divisible by </a:t>
            </a:r>
            <a:r>
              <a:rPr lang="en-US" sz="2400" i="1" dirty="0">
                <a:latin typeface="Gill Sans MT" charset="0"/>
              </a:rPr>
              <a:t>z</a:t>
            </a:r>
            <a:r>
              <a:rPr lang="en-US" sz="2400" dirty="0">
                <a:latin typeface="Gill Sans MT" charset="0"/>
              </a:rPr>
              <a:t>.</a:t>
            </a:r>
            <a:endParaRPr lang="en-US" sz="2400" dirty="0">
              <a:latin typeface="Gill Sans MT" charset="0"/>
            </a:endParaRPr>
          </a:p>
          <a:p>
            <a:r>
              <a:rPr lang="en-US" sz="2400" dirty="0">
                <a:latin typeface="Gill Sans MT" charset="0"/>
              </a:rPr>
              <a:t>    (in other words: </a:t>
            </a:r>
            <a:r>
              <a:rPr lang="en-US" sz="2400" i="1" dirty="0">
                <a:latin typeface="Gill Sans MT" charset="0"/>
              </a:rPr>
              <a:t>ed</a:t>
            </a:r>
            <a:r>
              <a:rPr lang="en-US" sz="2400" dirty="0">
                <a:latin typeface="Gill Sans MT" charset="0"/>
              </a:rPr>
              <a:t> mod </a:t>
            </a:r>
            <a:r>
              <a:rPr lang="en-US" sz="2400" i="1" dirty="0">
                <a:latin typeface="Gill Sans MT" charset="0"/>
              </a:rPr>
              <a:t>z  = 1 </a:t>
            </a:r>
            <a:r>
              <a:rPr lang="en-US" sz="2400" dirty="0">
                <a:latin typeface="Gill Sans MT" charset="0"/>
              </a:rPr>
              <a:t>).</a:t>
            </a:r>
            <a:endParaRPr lang="en-US" sz="2400" dirty="0">
              <a:latin typeface="Gill Sans MT" charset="0"/>
            </a:endParaRPr>
          </a:p>
          <a:p>
            <a:r>
              <a:rPr lang="en-US" sz="1600" dirty="0">
                <a:latin typeface="Gill Sans MT" charset="0"/>
              </a:rPr>
              <a:t>        </a:t>
            </a:r>
            <a:r>
              <a:rPr lang="en-US" sz="1600" dirty="0">
                <a:solidFill>
                  <a:schemeClr val="tx2"/>
                </a:solidFill>
                <a:latin typeface="Gill Sans MT" charset="0"/>
              </a:rPr>
              <a:t>ed-1 = x*z -&gt; d = (x*z+1)</a:t>
            </a:r>
            <a:r>
              <a:rPr lang="en-US" sz="1600" dirty="0">
                <a:solidFill>
                  <a:schemeClr val="tx2"/>
                </a:solidFill>
                <a:latin typeface="Arial" panose="020B0604020202090204" pitchFamily="34" charset="0"/>
              </a:rPr>
              <a:t>÷e</a:t>
            </a:r>
            <a:endParaRPr lang="en-US" sz="1600" dirty="0">
              <a:solidFill>
                <a:schemeClr val="tx2"/>
              </a:solidFill>
              <a:latin typeface="Arial" panose="020B0604020202090204" pitchFamily="34" charset="0"/>
            </a:endParaRPr>
          </a:p>
        </p:txBody>
      </p:sp>
      <p:sp>
        <p:nvSpPr>
          <p:cNvPr id="50183" name="Text Box 7"/>
          <p:cNvSpPr txBox="1">
            <a:spLocks noChangeArrowheads="1"/>
          </p:cNvSpPr>
          <p:nvPr/>
        </p:nvSpPr>
        <p:spPr bwMode="auto">
          <a:xfrm>
            <a:off x="636588" y="5156200"/>
            <a:ext cx="6086475" cy="460375"/>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r>
              <a:rPr lang="en-US" sz="2400" dirty="0">
                <a:solidFill>
                  <a:schemeClr val="tx1"/>
                </a:solidFill>
                <a:latin typeface="Gill Sans MT" charset="0"/>
              </a:rPr>
              <a:t>5. </a:t>
            </a:r>
            <a:r>
              <a:rPr lang="en-US" sz="2400" i="1" dirty="0">
                <a:solidFill>
                  <a:schemeClr val="tx1"/>
                </a:solidFill>
                <a:latin typeface="Gill Sans MT" charset="0"/>
              </a:rPr>
              <a:t>p</a:t>
            </a:r>
            <a:r>
              <a:rPr lang="en-US" sz="2400" i="1" dirty="0">
                <a:latin typeface="Gill Sans MT" charset="0"/>
              </a:rPr>
              <a:t>ublic</a:t>
            </a:r>
            <a:r>
              <a:rPr lang="en-US" sz="2400" dirty="0">
                <a:latin typeface="Gill Sans MT" charset="0"/>
              </a:rPr>
              <a:t> key is </a:t>
            </a:r>
            <a:r>
              <a:rPr lang="en-US" sz="2400" i="1" dirty="0">
                <a:latin typeface="Gill Sans MT" charset="0"/>
              </a:rPr>
              <a:t>(</a:t>
            </a:r>
            <a:r>
              <a:rPr lang="en-US" sz="2400" i="1" dirty="0">
                <a:solidFill>
                  <a:srgbClr val="C00000"/>
                </a:solidFill>
                <a:latin typeface="Gill Sans MT" charset="0"/>
              </a:rPr>
              <a:t>n,e</a:t>
            </a:r>
            <a:r>
              <a:rPr lang="en-US" sz="2400" i="1" dirty="0">
                <a:latin typeface="Gill Sans MT" charset="0"/>
              </a:rPr>
              <a:t>).</a:t>
            </a:r>
            <a:r>
              <a:rPr lang="en-US" sz="2400" dirty="0">
                <a:latin typeface="Gill Sans MT" charset="0"/>
              </a:rPr>
              <a:t>  </a:t>
            </a:r>
            <a:r>
              <a:rPr lang="en-US" sz="2400" i="1" dirty="0">
                <a:latin typeface="Gill Sans MT" charset="0"/>
              </a:rPr>
              <a:t>private</a:t>
            </a:r>
            <a:r>
              <a:rPr lang="en-US" sz="2400" dirty="0">
                <a:latin typeface="Gill Sans MT" charset="0"/>
              </a:rPr>
              <a:t> key is </a:t>
            </a:r>
            <a:r>
              <a:rPr lang="en-US" sz="2400" i="1" dirty="0">
                <a:latin typeface="Gill Sans MT" charset="0"/>
              </a:rPr>
              <a:t>(</a:t>
            </a:r>
            <a:r>
              <a:rPr lang="en-US" sz="2400" i="1" dirty="0">
                <a:solidFill>
                  <a:srgbClr val="C00000"/>
                </a:solidFill>
                <a:latin typeface="Gill Sans MT" charset="0"/>
              </a:rPr>
              <a:t>n,d</a:t>
            </a:r>
            <a:r>
              <a:rPr lang="en-US" sz="2400" i="1" dirty="0">
                <a:latin typeface="Gill Sans MT" charset="0"/>
              </a:rPr>
              <a:t>).</a:t>
            </a:r>
            <a:endParaRPr lang="en-US" sz="2400" i="1" dirty="0">
              <a:latin typeface="Gill Sans MT" charset="0"/>
            </a:endParaRPr>
          </a:p>
        </p:txBody>
      </p:sp>
      <p:grpSp>
        <p:nvGrpSpPr>
          <p:cNvPr id="50184" name="Group 8"/>
          <p:cNvGrpSpPr/>
          <p:nvPr/>
        </p:nvGrpSpPr>
        <p:grpSpPr bwMode="auto">
          <a:xfrm>
            <a:off x="2957513" y="5684838"/>
            <a:ext cx="582613" cy="676275"/>
            <a:chOff x="1760" y="3628"/>
            <a:chExt cx="367" cy="426"/>
          </a:xfrm>
        </p:grpSpPr>
        <p:sp>
          <p:nvSpPr>
            <p:cNvPr id="50192" name="Text Box 9"/>
            <p:cNvSpPr txBox="1">
              <a:spLocks noChangeArrowheads="1"/>
            </p:cNvSpPr>
            <p:nvPr/>
          </p:nvSpPr>
          <p:spPr bwMode="auto">
            <a:xfrm>
              <a:off x="1760" y="3700"/>
              <a:ext cx="266" cy="251"/>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dirty="0">
                  <a:solidFill>
                    <a:srgbClr val="C00000"/>
                  </a:solidFill>
                  <a:latin typeface="Arial" panose="020B0604020202090204" pitchFamily="34" charset="0"/>
                  <a:cs typeface="Arial" panose="020B0604020202090204" pitchFamily="34" charset="0"/>
                </a:rPr>
                <a:t>K </a:t>
              </a:r>
              <a:endParaRPr lang="en-US" dirty="0">
                <a:solidFill>
                  <a:srgbClr val="C00000"/>
                </a:solidFill>
                <a:latin typeface="Arial" panose="020B0604020202090204" pitchFamily="34" charset="0"/>
                <a:cs typeface="Arial" panose="020B0604020202090204" pitchFamily="34" charset="0"/>
              </a:endParaRPr>
            </a:p>
          </p:txBody>
        </p:sp>
        <p:sp>
          <p:nvSpPr>
            <p:cNvPr id="50193" name="Text Box 10"/>
            <p:cNvSpPr txBox="1">
              <a:spLocks noChangeArrowheads="1"/>
            </p:cNvSpPr>
            <p:nvPr/>
          </p:nvSpPr>
          <p:spPr bwMode="auto">
            <a:xfrm>
              <a:off x="1916" y="3822"/>
              <a:ext cx="211" cy="23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1800" dirty="0">
                  <a:solidFill>
                    <a:srgbClr val="C00000"/>
                  </a:solidFill>
                  <a:latin typeface="Arial" panose="020B0604020202090204" pitchFamily="34" charset="0"/>
                  <a:cs typeface="Arial" panose="020B0604020202090204" pitchFamily="34" charset="0"/>
                </a:rPr>
                <a:t>B</a:t>
              </a:r>
              <a:endParaRPr lang="en-US" sz="1800" dirty="0">
                <a:solidFill>
                  <a:srgbClr val="C00000"/>
                </a:solidFill>
                <a:latin typeface="Arial" panose="020B0604020202090204" pitchFamily="34" charset="0"/>
                <a:cs typeface="Arial" panose="020B0604020202090204" pitchFamily="34" charset="0"/>
              </a:endParaRPr>
            </a:p>
          </p:txBody>
        </p:sp>
        <p:sp>
          <p:nvSpPr>
            <p:cNvPr id="50194" name="Text Box 11"/>
            <p:cNvSpPr txBox="1">
              <a:spLocks noChangeArrowheads="1"/>
            </p:cNvSpPr>
            <p:nvPr/>
          </p:nvSpPr>
          <p:spPr bwMode="auto">
            <a:xfrm>
              <a:off x="1914" y="3628"/>
              <a:ext cx="199" cy="23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1800" dirty="0">
                  <a:solidFill>
                    <a:srgbClr val="C00000"/>
                  </a:solidFill>
                  <a:latin typeface="Arial" panose="020B0604020202090204" pitchFamily="34" charset="0"/>
                  <a:cs typeface="Arial" panose="020B0604020202090204" pitchFamily="34" charset="0"/>
                </a:rPr>
                <a:t>+</a:t>
              </a:r>
              <a:endParaRPr lang="en-US" sz="1800" dirty="0">
                <a:solidFill>
                  <a:srgbClr val="C00000"/>
                </a:solidFill>
                <a:latin typeface="Arial" panose="020B0604020202090204" pitchFamily="34" charset="0"/>
                <a:cs typeface="Arial" panose="020B0604020202090204" pitchFamily="34" charset="0"/>
              </a:endParaRPr>
            </a:p>
          </p:txBody>
        </p:sp>
      </p:grpSp>
      <p:grpSp>
        <p:nvGrpSpPr>
          <p:cNvPr id="50185" name="Group 12"/>
          <p:cNvGrpSpPr/>
          <p:nvPr/>
        </p:nvGrpSpPr>
        <p:grpSpPr bwMode="auto">
          <a:xfrm>
            <a:off x="5724525" y="5676900"/>
            <a:ext cx="582613" cy="676275"/>
            <a:chOff x="1760" y="3628"/>
            <a:chExt cx="367" cy="426"/>
          </a:xfrm>
        </p:grpSpPr>
        <p:sp>
          <p:nvSpPr>
            <p:cNvPr id="50189" name="Text Box 13"/>
            <p:cNvSpPr txBox="1">
              <a:spLocks noChangeArrowheads="1"/>
            </p:cNvSpPr>
            <p:nvPr/>
          </p:nvSpPr>
          <p:spPr bwMode="auto">
            <a:xfrm>
              <a:off x="1760" y="3700"/>
              <a:ext cx="266" cy="251"/>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dirty="0">
                  <a:solidFill>
                    <a:srgbClr val="C00000"/>
                  </a:solidFill>
                  <a:latin typeface="Arial" panose="020B0604020202090204" pitchFamily="34" charset="0"/>
                  <a:cs typeface="Arial" panose="020B0604020202090204" pitchFamily="34" charset="0"/>
                </a:rPr>
                <a:t>K </a:t>
              </a:r>
              <a:endParaRPr lang="en-US" dirty="0">
                <a:solidFill>
                  <a:srgbClr val="C00000"/>
                </a:solidFill>
                <a:latin typeface="Arial" panose="020B0604020202090204" pitchFamily="34" charset="0"/>
                <a:cs typeface="Arial" panose="020B0604020202090204" pitchFamily="34" charset="0"/>
              </a:endParaRPr>
            </a:p>
          </p:txBody>
        </p:sp>
        <p:sp>
          <p:nvSpPr>
            <p:cNvPr id="50190" name="Text Box 14"/>
            <p:cNvSpPr txBox="1">
              <a:spLocks noChangeArrowheads="1"/>
            </p:cNvSpPr>
            <p:nvPr/>
          </p:nvSpPr>
          <p:spPr bwMode="auto">
            <a:xfrm>
              <a:off x="1916" y="3822"/>
              <a:ext cx="211" cy="23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1800" dirty="0">
                  <a:solidFill>
                    <a:srgbClr val="C00000"/>
                  </a:solidFill>
                  <a:latin typeface="Arial" panose="020B0604020202090204" pitchFamily="34" charset="0"/>
                  <a:cs typeface="Arial" panose="020B0604020202090204" pitchFamily="34" charset="0"/>
                </a:rPr>
                <a:t>B</a:t>
              </a:r>
              <a:endParaRPr lang="en-US" sz="1800" dirty="0">
                <a:solidFill>
                  <a:srgbClr val="C00000"/>
                </a:solidFill>
                <a:latin typeface="Arial" panose="020B0604020202090204" pitchFamily="34" charset="0"/>
                <a:cs typeface="Arial" panose="020B0604020202090204" pitchFamily="34" charset="0"/>
              </a:endParaRPr>
            </a:p>
          </p:txBody>
        </p:sp>
        <p:sp>
          <p:nvSpPr>
            <p:cNvPr id="50191" name="Text Box 15"/>
            <p:cNvSpPr txBox="1">
              <a:spLocks noChangeArrowheads="1"/>
            </p:cNvSpPr>
            <p:nvPr/>
          </p:nvSpPr>
          <p:spPr bwMode="auto">
            <a:xfrm>
              <a:off x="1927" y="3628"/>
              <a:ext cx="163" cy="23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1800" dirty="0">
                  <a:solidFill>
                    <a:srgbClr val="C00000"/>
                  </a:solidFill>
                  <a:latin typeface="Arial" panose="020B0604020202090204" pitchFamily="34" charset="0"/>
                  <a:cs typeface="Arial" panose="020B0604020202090204" pitchFamily="34" charset="0"/>
                </a:rPr>
                <a:t>-</a:t>
              </a:r>
              <a:endParaRPr lang="en-US" sz="1800" dirty="0">
                <a:solidFill>
                  <a:srgbClr val="C00000"/>
                </a:solidFill>
                <a:latin typeface="Arial" panose="020B0604020202090204" pitchFamily="34" charset="0"/>
                <a:cs typeface="Arial" panose="020B0604020202090204" pitchFamily="34" charset="0"/>
              </a:endParaRPr>
            </a:p>
          </p:txBody>
        </p:sp>
      </p:grpSp>
      <p:sp>
        <p:nvSpPr>
          <p:cNvPr id="50186" name="AutoShape 16"/>
          <p:cNvSpPr/>
          <p:nvPr/>
        </p:nvSpPr>
        <p:spPr bwMode="auto">
          <a:xfrm rot="5400000">
            <a:off x="3064669" y="5347494"/>
            <a:ext cx="165100" cy="760412"/>
          </a:xfrm>
          <a:prstGeom prst="rightBrace">
            <a:avLst>
              <a:gd name="adj1" fmla="val 38381"/>
              <a:gd name="adj2" fmla="val 50000"/>
            </a:avLst>
          </a:prstGeom>
          <a:noFill/>
          <a:ln w="28575">
            <a:solidFill>
              <a:srgbClr val="C00000"/>
            </a:solidFill>
            <a:round/>
          </a:ln>
        </p:spPr>
        <p:txBody>
          <a:bodyPr wrap="none" anchor="ctr"/>
          <a:lstStyle/>
          <a:p>
            <a:endParaRPr lang="en-US" sz="1600" dirty="0"/>
          </a:p>
        </p:txBody>
      </p:sp>
      <p:sp>
        <p:nvSpPr>
          <p:cNvPr id="50187" name="AutoShape 17"/>
          <p:cNvSpPr/>
          <p:nvPr/>
        </p:nvSpPr>
        <p:spPr bwMode="auto">
          <a:xfrm rot="5400000">
            <a:off x="5844382" y="5317331"/>
            <a:ext cx="165100" cy="760413"/>
          </a:xfrm>
          <a:prstGeom prst="rightBrace">
            <a:avLst>
              <a:gd name="adj1" fmla="val 38381"/>
              <a:gd name="adj2" fmla="val 50000"/>
            </a:avLst>
          </a:prstGeom>
          <a:noFill/>
          <a:ln w="28575">
            <a:solidFill>
              <a:srgbClr val="C00000"/>
            </a:solidFill>
            <a:round/>
          </a:ln>
        </p:spPr>
        <p:txBody>
          <a:bodyPr wrap="none" anchor="ctr"/>
          <a:lstStyle/>
          <a:p>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303738" y="650541"/>
            <a:ext cx="8536523" cy="430887"/>
          </a:xfrm>
          <a:noFill/>
          <a:ln>
            <a:noFill/>
          </a:ln>
        </p:spPr>
        <p:txBody>
          <a:bodyPr vert="horz" wrap="square" lIns="91440" tIns="45720" rIns="91440" bIns="45720" numCol="1" anchor="ctr" anchorCtr="0" compatLnSpc="1"/>
          <a:lstStyle/>
          <a:p>
            <a:r>
              <a:rPr lang="en-US" dirty="0"/>
              <a:t>RSA: encryption, decryption</a:t>
            </a:r>
            <a:endParaRPr lang="en-US" dirty="0"/>
          </a:p>
        </p:txBody>
      </p:sp>
      <p:sp>
        <p:nvSpPr>
          <p:cNvPr id="51203" name="Text Box 3"/>
          <p:cNvSpPr txBox="1">
            <a:spLocks noChangeArrowheads="1"/>
          </p:cNvSpPr>
          <p:nvPr/>
        </p:nvSpPr>
        <p:spPr bwMode="auto">
          <a:xfrm>
            <a:off x="612775" y="1500188"/>
            <a:ext cx="6324600" cy="523875"/>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r>
              <a:rPr lang="en-US" sz="2800" dirty="0">
                <a:solidFill>
                  <a:srgbClr val="000099"/>
                </a:solidFill>
                <a:latin typeface="Gill Sans MT" charset="0"/>
              </a:rPr>
              <a:t>0.</a:t>
            </a:r>
            <a:r>
              <a:rPr lang="en-US" sz="2800" dirty="0">
                <a:latin typeface="Gill Sans MT" charset="0"/>
              </a:rPr>
              <a:t>  given (</a:t>
            </a:r>
            <a:r>
              <a:rPr lang="en-US" sz="2800" i="1" dirty="0">
                <a:solidFill>
                  <a:srgbClr val="C00000"/>
                </a:solidFill>
                <a:latin typeface="Gill Sans MT" charset="0"/>
              </a:rPr>
              <a:t>n,e</a:t>
            </a:r>
            <a:r>
              <a:rPr lang="en-US" sz="2800" dirty="0">
                <a:latin typeface="Gill Sans MT" charset="0"/>
              </a:rPr>
              <a:t>) and (</a:t>
            </a:r>
            <a:r>
              <a:rPr lang="en-US" sz="2800" i="1" dirty="0">
                <a:solidFill>
                  <a:srgbClr val="C00000"/>
                </a:solidFill>
                <a:latin typeface="Gill Sans MT" charset="0"/>
              </a:rPr>
              <a:t>n,d</a:t>
            </a:r>
            <a:r>
              <a:rPr lang="en-US" sz="2800" dirty="0">
                <a:latin typeface="Gill Sans MT" charset="0"/>
              </a:rPr>
              <a:t>) as computed above</a:t>
            </a:r>
            <a:endParaRPr lang="en-US" sz="2800" dirty="0">
              <a:latin typeface="Gill Sans MT" charset="0"/>
            </a:endParaRPr>
          </a:p>
        </p:txBody>
      </p:sp>
      <p:grpSp>
        <p:nvGrpSpPr>
          <p:cNvPr id="51204" name="Group 4"/>
          <p:cNvGrpSpPr/>
          <p:nvPr/>
        </p:nvGrpSpPr>
        <p:grpSpPr bwMode="auto">
          <a:xfrm>
            <a:off x="669925" y="2179638"/>
            <a:ext cx="6024563" cy="1030288"/>
            <a:chOff x="407" y="1521"/>
            <a:chExt cx="3795" cy="649"/>
          </a:xfrm>
        </p:grpSpPr>
        <p:sp>
          <p:nvSpPr>
            <p:cNvPr id="51219" name="Text Box 5"/>
            <p:cNvSpPr txBox="1">
              <a:spLocks noChangeArrowheads="1"/>
            </p:cNvSpPr>
            <p:nvPr/>
          </p:nvSpPr>
          <p:spPr bwMode="auto">
            <a:xfrm>
              <a:off x="407" y="1521"/>
              <a:ext cx="3667" cy="33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r>
                <a:rPr lang="en-US" sz="2800" dirty="0">
                  <a:solidFill>
                    <a:srgbClr val="000099"/>
                  </a:solidFill>
                  <a:latin typeface="Gill Sans MT" charset="0"/>
                </a:rPr>
                <a:t>1.</a:t>
              </a:r>
              <a:r>
                <a:rPr lang="en-US" sz="2800" dirty="0">
                  <a:latin typeface="Gill Sans MT" charset="0"/>
                </a:rPr>
                <a:t> to encrypt message </a:t>
              </a:r>
              <a:r>
                <a:rPr lang="en-US" sz="2800" i="1" dirty="0">
                  <a:latin typeface="Gill Sans MT" charset="0"/>
                </a:rPr>
                <a:t>m (&lt;n)</a:t>
              </a:r>
              <a:r>
                <a:rPr lang="en-US" sz="2800" dirty="0">
                  <a:latin typeface="Gill Sans MT" charset="0"/>
                </a:rPr>
                <a:t>, compute</a:t>
              </a:r>
              <a:endParaRPr lang="en-US" sz="2800" dirty="0">
                <a:latin typeface="Gill Sans MT" charset="0"/>
              </a:endParaRPr>
            </a:p>
          </p:txBody>
        </p:sp>
        <p:grpSp>
          <p:nvGrpSpPr>
            <p:cNvPr id="51220" name="Group 6"/>
            <p:cNvGrpSpPr/>
            <p:nvPr/>
          </p:nvGrpSpPr>
          <p:grpSpPr bwMode="auto">
            <a:xfrm>
              <a:off x="563" y="1768"/>
              <a:ext cx="1710" cy="402"/>
              <a:chOff x="1688" y="1812"/>
              <a:chExt cx="1710" cy="402"/>
            </a:xfrm>
          </p:grpSpPr>
          <p:sp>
            <p:nvSpPr>
              <p:cNvPr id="51224" name="Text Box 7"/>
              <p:cNvSpPr txBox="1">
                <a:spLocks noChangeArrowheads="1"/>
              </p:cNvSpPr>
              <p:nvPr/>
            </p:nvSpPr>
            <p:spPr bwMode="auto">
              <a:xfrm>
                <a:off x="1688" y="1885"/>
                <a:ext cx="1710" cy="329"/>
              </a:xfrm>
              <a:prstGeom prst="rect">
                <a:avLst/>
              </a:prstGeom>
              <a:noFill/>
              <a:ln>
                <a:noFill/>
              </a:ln>
            </p:spPr>
            <p:txBody>
              <a:bodyPr wrap="squar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800" i="1" dirty="0">
                    <a:solidFill>
                      <a:srgbClr val="C00000"/>
                    </a:solidFill>
                    <a:latin typeface="Gill Sans MT" charset="0"/>
                  </a:rPr>
                  <a:t>c = m   </a:t>
                </a:r>
                <a:r>
                  <a:rPr lang="en-US" sz="2800" dirty="0">
                    <a:solidFill>
                      <a:srgbClr val="C00000"/>
                    </a:solidFill>
                    <a:latin typeface="Gill Sans MT" charset="0"/>
                  </a:rPr>
                  <a:t>mod</a:t>
                </a:r>
                <a:r>
                  <a:rPr lang="en-US" sz="2800" i="1" dirty="0">
                    <a:solidFill>
                      <a:srgbClr val="C00000"/>
                    </a:solidFill>
                    <a:latin typeface="Gill Sans MT" charset="0"/>
                  </a:rPr>
                  <a:t>  n</a:t>
                </a:r>
                <a:endParaRPr lang="en-US" sz="2800" i="1" dirty="0">
                  <a:solidFill>
                    <a:srgbClr val="C00000"/>
                  </a:solidFill>
                  <a:latin typeface="Gill Sans MT" charset="0"/>
                </a:endParaRPr>
              </a:p>
            </p:txBody>
          </p:sp>
          <p:sp>
            <p:nvSpPr>
              <p:cNvPr id="51225" name="Text Box 8"/>
              <p:cNvSpPr txBox="1">
                <a:spLocks noChangeArrowheads="1"/>
              </p:cNvSpPr>
              <p:nvPr/>
            </p:nvSpPr>
            <p:spPr bwMode="auto">
              <a:xfrm>
                <a:off x="2349" y="1812"/>
                <a:ext cx="215" cy="33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800" i="1" dirty="0">
                    <a:solidFill>
                      <a:srgbClr val="C00000"/>
                    </a:solidFill>
                    <a:latin typeface="Gill Sans MT" charset="0"/>
                  </a:rPr>
                  <a:t>e</a:t>
                </a:r>
                <a:endParaRPr lang="en-US" sz="2800" i="1" dirty="0">
                  <a:solidFill>
                    <a:srgbClr val="C00000"/>
                  </a:solidFill>
                  <a:latin typeface="Gill Sans MT" charset="0"/>
                </a:endParaRPr>
              </a:p>
            </p:txBody>
          </p:sp>
        </p:grpSp>
        <p:grpSp>
          <p:nvGrpSpPr>
            <p:cNvPr id="51221" name="Group 9"/>
            <p:cNvGrpSpPr/>
            <p:nvPr/>
          </p:nvGrpSpPr>
          <p:grpSpPr bwMode="auto">
            <a:xfrm>
              <a:off x="1966" y="1724"/>
              <a:ext cx="2236" cy="439"/>
              <a:chOff x="777" y="2538"/>
              <a:chExt cx="2236" cy="439"/>
            </a:xfrm>
          </p:grpSpPr>
          <p:sp>
            <p:nvSpPr>
              <p:cNvPr id="51222" name="Text Box 10"/>
              <p:cNvSpPr txBox="1">
                <a:spLocks noChangeArrowheads="1"/>
              </p:cNvSpPr>
              <p:nvPr/>
            </p:nvSpPr>
            <p:spPr bwMode="auto">
              <a:xfrm>
                <a:off x="777" y="2647"/>
                <a:ext cx="116" cy="33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endParaRPr lang="en-US" sz="2800" dirty="0">
                  <a:latin typeface="Gill Sans MT" charset="0"/>
                </a:endParaRPr>
              </a:p>
            </p:txBody>
          </p:sp>
          <p:sp>
            <p:nvSpPr>
              <p:cNvPr id="51223" name="Text Box 11"/>
              <p:cNvSpPr txBox="1">
                <a:spLocks noChangeArrowheads="1"/>
              </p:cNvSpPr>
              <p:nvPr/>
            </p:nvSpPr>
            <p:spPr bwMode="auto">
              <a:xfrm>
                <a:off x="2897" y="2538"/>
                <a:ext cx="116" cy="33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endParaRPr lang="en-US" sz="2800" i="1" dirty="0">
                  <a:solidFill>
                    <a:srgbClr val="FF0000"/>
                  </a:solidFill>
                  <a:latin typeface="Gill Sans MT" charset="0"/>
                </a:endParaRPr>
              </a:p>
            </p:txBody>
          </p:sp>
        </p:grpSp>
      </p:grpSp>
      <p:sp>
        <p:nvSpPr>
          <p:cNvPr id="51205" name="Text Box 12"/>
          <p:cNvSpPr txBox="1">
            <a:spLocks noChangeArrowheads="1"/>
          </p:cNvSpPr>
          <p:nvPr/>
        </p:nvSpPr>
        <p:spPr bwMode="auto">
          <a:xfrm>
            <a:off x="669925" y="3449638"/>
            <a:ext cx="6711950" cy="523875"/>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r>
              <a:rPr lang="en-US" sz="2800" dirty="0">
                <a:solidFill>
                  <a:srgbClr val="000099"/>
                </a:solidFill>
                <a:latin typeface="Gill Sans MT" charset="0"/>
              </a:rPr>
              <a:t>2.</a:t>
            </a:r>
            <a:r>
              <a:rPr lang="en-US" sz="2800" dirty="0">
                <a:latin typeface="Gill Sans MT" charset="0"/>
              </a:rPr>
              <a:t> to decrypt received bit pattern, </a:t>
            </a:r>
            <a:r>
              <a:rPr lang="en-US" sz="2800" i="1" dirty="0">
                <a:latin typeface="Gill Sans MT" charset="0"/>
              </a:rPr>
              <a:t>c</a:t>
            </a:r>
            <a:r>
              <a:rPr lang="en-US" sz="2800" dirty="0">
                <a:latin typeface="Gill Sans MT" charset="0"/>
              </a:rPr>
              <a:t>, compute</a:t>
            </a:r>
            <a:endParaRPr lang="en-US" sz="2800" dirty="0">
              <a:latin typeface="Gill Sans MT" charset="0"/>
            </a:endParaRPr>
          </a:p>
        </p:txBody>
      </p:sp>
      <p:grpSp>
        <p:nvGrpSpPr>
          <p:cNvPr id="51206" name="Group 13"/>
          <p:cNvGrpSpPr/>
          <p:nvPr/>
        </p:nvGrpSpPr>
        <p:grpSpPr bwMode="auto">
          <a:xfrm>
            <a:off x="917575" y="3921125"/>
            <a:ext cx="2787651" cy="638175"/>
            <a:chOff x="1688" y="1812"/>
            <a:chExt cx="1756" cy="402"/>
          </a:xfrm>
        </p:grpSpPr>
        <p:sp>
          <p:nvSpPr>
            <p:cNvPr id="51217" name="Text Box 14"/>
            <p:cNvSpPr txBox="1">
              <a:spLocks noChangeArrowheads="1"/>
            </p:cNvSpPr>
            <p:nvPr/>
          </p:nvSpPr>
          <p:spPr bwMode="auto">
            <a:xfrm>
              <a:off x="1688" y="1885"/>
              <a:ext cx="1756" cy="329"/>
            </a:xfrm>
            <a:prstGeom prst="rect">
              <a:avLst/>
            </a:prstGeom>
            <a:noFill/>
            <a:ln>
              <a:noFill/>
            </a:ln>
          </p:spPr>
          <p:txBody>
            <a:bodyPr wrap="squar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800" i="1" dirty="0">
                  <a:solidFill>
                    <a:srgbClr val="C00000"/>
                  </a:solidFill>
                  <a:latin typeface="Gill Sans MT" charset="0"/>
                </a:rPr>
                <a:t>m = c   </a:t>
              </a:r>
              <a:r>
                <a:rPr lang="en-US" sz="2800" dirty="0">
                  <a:solidFill>
                    <a:srgbClr val="C00000"/>
                  </a:solidFill>
                  <a:latin typeface="Gill Sans MT" charset="0"/>
                </a:rPr>
                <a:t>mod</a:t>
              </a:r>
              <a:r>
                <a:rPr lang="en-US" sz="2800" i="1" dirty="0">
                  <a:solidFill>
                    <a:srgbClr val="C00000"/>
                  </a:solidFill>
                  <a:latin typeface="Gill Sans MT" charset="0"/>
                </a:rPr>
                <a:t>  n</a:t>
              </a:r>
              <a:endParaRPr lang="en-US" sz="2800" i="1" dirty="0">
                <a:solidFill>
                  <a:srgbClr val="C00000"/>
                </a:solidFill>
                <a:latin typeface="Gill Sans MT" charset="0"/>
              </a:endParaRPr>
            </a:p>
          </p:txBody>
        </p:sp>
        <p:sp>
          <p:nvSpPr>
            <p:cNvPr id="51218" name="Text Box 15"/>
            <p:cNvSpPr txBox="1">
              <a:spLocks noChangeArrowheads="1"/>
            </p:cNvSpPr>
            <p:nvPr/>
          </p:nvSpPr>
          <p:spPr bwMode="auto">
            <a:xfrm>
              <a:off x="2342" y="1812"/>
              <a:ext cx="222" cy="33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800" i="1" dirty="0">
                  <a:solidFill>
                    <a:srgbClr val="C00000"/>
                  </a:solidFill>
                  <a:latin typeface="Gill Sans MT" charset="0"/>
                </a:rPr>
                <a:t>d</a:t>
              </a:r>
              <a:endParaRPr lang="en-US" sz="2800" i="1" dirty="0">
                <a:solidFill>
                  <a:srgbClr val="C00000"/>
                </a:solidFill>
                <a:latin typeface="Gill Sans MT" charset="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303738" y="650541"/>
            <a:ext cx="8536523" cy="430887"/>
          </a:xfrm>
          <a:noFill/>
          <a:ln>
            <a:noFill/>
          </a:ln>
        </p:spPr>
        <p:txBody>
          <a:bodyPr vert="horz" wrap="square" lIns="91440" tIns="45720" rIns="91440" bIns="45720" numCol="1" anchor="ctr" anchorCtr="0" compatLnSpc="1"/>
          <a:lstStyle/>
          <a:p>
            <a:r>
              <a:rPr lang="en-US" dirty="0"/>
              <a:t>RSA Cheatsheet</a:t>
            </a:r>
            <a:endParaRPr lang="en-US" dirty="0"/>
          </a:p>
        </p:txBody>
      </p:sp>
      <p:sp>
        <p:nvSpPr>
          <p:cNvPr id="51203" name="Text Box 3"/>
          <p:cNvSpPr txBox="1">
            <a:spLocks noChangeArrowheads="1"/>
          </p:cNvSpPr>
          <p:nvPr/>
        </p:nvSpPr>
        <p:spPr bwMode="auto">
          <a:xfrm>
            <a:off x="370205" y="1312863"/>
            <a:ext cx="5091430" cy="132207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l"/>
            <a:r>
              <a:rPr lang="zh-CN" altLang="en-US" sz="1600" dirty="0">
                <a:solidFill>
                  <a:schemeClr val="accent6"/>
                </a:solidFill>
                <a:latin typeface="Gill Sans MT" charset="0"/>
              </a:rPr>
              <a:t>计算公钥</a:t>
            </a:r>
            <a:r>
              <a:rPr lang="en-US" altLang="zh-CN" sz="1600" dirty="0">
                <a:solidFill>
                  <a:schemeClr val="accent6"/>
                </a:solidFill>
                <a:latin typeface="Gill Sans MT" charset="0"/>
              </a:rPr>
              <a:t> (n, e)</a:t>
            </a:r>
            <a:r>
              <a:rPr lang="zh-CN" altLang="en-US" sz="1600" dirty="0">
                <a:solidFill>
                  <a:schemeClr val="accent6"/>
                </a:solidFill>
                <a:latin typeface="Gill Sans MT" charset="0"/>
              </a:rPr>
              <a:t>，私钥</a:t>
            </a:r>
            <a:r>
              <a:rPr lang="en-US" altLang="zh-CN" sz="1600" dirty="0">
                <a:solidFill>
                  <a:schemeClr val="accent6"/>
                </a:solidFill>
                <a:latin typeface="Gill Sans MT" charset="0"/>
              </a:rPr>
              <a:t> (n, d)</a:t>
            </a:r>
            <a:endParaRPr lang="en-US" sz="1600" dirty="0">
              <a:solidFill>
                <a:schemeClr val="accent6"/>
              </a:solidFill>
              <a:latin typeface="Gill Sans MT" charset="0"/>
            </a:endParaRPr>
          </a:p>
          <a:p>
            <a:pPr algn="l"/>
            <a:r>
              <a:rPr lang="en-US" sz="1600" dirty="0">
                <a:solidFill>
                  <a:schemeClr val="accent6"/>
                </a:solidFill>
                <a:latin typeface="Gill Sans MT" charset="0"/>
              </a:rPr>
              <a:t>1. p,q</a:t>
            </a:r>
            <a:r>
              <a:rPr lang="zh-CN" altLang="en-US" sz="1600" dirty="0">
                <a:solidFill>
                  <a:schemeClr val="accent6"/>
                </a:solidFill>
                <a:latin typeface="Gill Sans MT" charset="0"/>
              </a:rPr>
              <a:t>需要自己选择</a:t>
            </a:r>
            <a:r>
              <a:rPr lang="en-US" altLang="zh-CN" sz="1600" dirty="0">
                <a:solidFill>
                  <a:schemeClr val="accent6"/>
                </a:solidFill>
                <a:latin typeface="Gill Sans MT" charset="0"/>
              </a:rPr>
              <a:t>，</a:t>
            </a:r>
            <a:r>
              <a:rPr lang="zh-CN" altLang="en-US" sz="1600" dirty="0">
                <a:solidFill>
                  <a:schemeClr val="accent6"/>
                </a:solidFill>
                <a:latin typeface="Gill Sans MT" charset="0"/>
              </a:rPr>
              <a:t>且为质数</a:t>
            </a:r>
            <a:r>
              <a:rPr lang="en-US" altLang="zh-CN" sz="1600" dirty="0">
                <a:solidFill>
                  <a:schemeClr val="accent6"/>
                </a:solidFill>
                <a:latin typeface="Gill Sans MT" charset="0"/>
              </a:rPr>
              <a:t>（2，3，5，7，11......）</a:t>
            </a:r>
            <a:endParaRPr lang="en-US" altLang="zh-CN" sz="1600" dirty="0">
              <a:solidFill>
                <a:schemeClr val="accent6"/>
              </a:solidFill>
              <a:latin typeface="Gill Sans MT" charset="0"/>
            </a:endParaRPr>
          </a:p>
          <a:p>
            <a:pPr algn="l"/>
            <a:r>
              <a:rPr lang="en-US" altLang="zh-CN" sz="1600" dirty="0">
                <a:solidFill>
                  <a:schemeClr val="accent6"/>
                </a:solidFill>
                <a:latin typeface="Gill Sans MT" charset="0"/>
              </a:rPr>
              <a:t>2. </a:t>
            </a:r>
            <a:r>
              <a:rPr lang="en-US" sz="1600" i="1" dirty="0">
                <a:solidFill>
                  <a:schemeClr val="accent6"/>
                </a:solidFill>
                <a:latin typeface="Gill Sans MT" charset="0"/>
                <a:sym typeface="+mn-ea"/>
              </a:rPr>
              <a:t>n = pq,  z = (p-1)(q-1</a:t>
            </a:r>
            <a:r>
              <a:rPr lang="en-US" sz="1600" dirty="0">
                <a:solidFill>
                  <a:schemeClr val="accent6"/>
                </a:solidFill>
                <a:latin typeface="Gill Sans MT" charset="0"/>
                <a:sym typeface="+mn-ea"/>
              </a:rPr>
              <a:t>)</a:t>
            </a:r>
            <a:endParaRPr lang="en-US" sz="1600" dirty="0">
              <a:solidFill>
                <a:schemeClr val="accent6"/>
              </a:solidFill>
              <a:latin typeface="Gill Sans MT" charset="0"/>
              <a:sym typeface="+mn-ea"/>
            </a:endParaRPr>
          </a:p>
          <a:p>
            <a:pPr algn="l"/>
            <a:r>
              <a:rPr lang="en-US" altLang="zh-CN" sz="1600" dirty="0">
                <a:solidFill>
                  <a:schemeClr val="accent6"/>
                </a:solidFill>
                <a:latin typeface="Gill Sans MT" charset="0"/>
              </a:rPr>
              <a:t>3. e</a:t>
            </a:r>
            <a:r>
              <a:rPr lang="zh-CN" altLang="en-US" sz="1600" dirty="0">
                <a:solidFill>
                  <a:schemeClr val="accent6"/>
                </a:solidFill>
                <a:latin typeface="Gill Sans MT" charset="0"/>
              </a:rPr>
              <a:t>和</a:t>
            </a:r>
            <a:r>
              <a:rPr lang="en-US" altLang="zh-CN" sz="1600" dirty="0">
                <a:solidFill>
                  <a:schemeClr val="accent6"/>
                </a:solidFill>
                <a:latin typeface="Gill Sans MT" charset="0"/>
              </a:rPr>
              <a:t>z</a:t>
            </a:r>
            <a:r>
              <a:rPr lang="zh-CN" altLang="en-US" sz="1600" dirty="0">
                <a:solidFill>
                  <a:schemeClr val="accent6"/>
                </a:solidFill>
                <a:latin typeface="Gill Sans MT" charset="0"/>
              </a:rPr>
              <a:t>互质</a:t>
            </a:r>
            <a:endParaRPr lang="zh-CN" altLang="en-US" sz="1600" dirty="0">
              <a:solidFill>
                <a:schemeClr val="accent6"/>
              </a:solidFill>
              <a:latin typeface="Gill Sans MT" charset="0"/>
            </a:endParaRPr>
          </a:p>
          <a:p>
            <a:pPr algn="l"/>
            <a:r>
              <a:rPr lang="en-US" altLang="zh-CN" sz="1600" dirty="0">
                <a:solidFill>
                  <a:schemeClr val="accent6"/>
                </a:solidFill>
                <a:latin typeface="Gill Sans MT" charset="0"/>
              </a:rPr>
              <a:t>4. </a:t>
            </a:r>
            <a:r>
              <a:rPr lang="en-US" sz="1600" dirty="0">
                <a:solidFill>
                  <a:schemeClr val="accent6"/>
                </a:solidFill>
                <a:latin typeface="Gill Sans MT" charset="0"/>
                <a:sym typeface="+mn-ea"/>
              </a:rPr>
              <a:t>ed-1</a:t>
            </a:r>
            <a:r>
              <a:rPr lang="zh-CN" altLang="en-US" sz="1600" dirty="0">
                <a:solidFill>
                  <a:schemeClr val="accent6"/>
                </a:solidFill>
                <a:latin typeface="Gill Sans MT" charset="0"/>
                <a:sym typeface="+mn-ea"/>
              </a:rPr>
              <a:t>是</a:t>
            </a:r>
            <a:r>
              <a:rPr lang="en-US" altLang="zh-CN" sz="1600" dirty="0">
                <a:solidFill>
                  <a:schemeClr val="accent6"/>
                </a:solidFill>
                <a:latin typeface="Gill Sans MT" charset="0"/>
                <a:sym typeface="+mn-ea"/>
              </a:rPr>
              <a:t>z</a:t>
            </a:r>
            <a:r>
              <a:rPr lang="zh-CN" altLang="en-US" sz="1600" dirty="0">
                <a:solidFill>
                  <a:schemeClr val="accent6"/>
                </a:solidFill>
                <a:latin typeface="Gill Sans MT" charset="0"/>
                <a:sym typeface="+mn-ea"/>
              </a:rPr>
              <a:t>的整数倍</a:t>
            </a:r>
            <a:endParaRPr lang="zh-CN" altLang="en-US" sz="1600" dirty="0">
              <a:solidFill>
                <a:schemeClr val="accent6"/>
              </a:solidFill>
              <a:latin typeface="Gill Sans MT" charset="0"/>
              <a:sym typeface="+mn-ea"/>
            </a:endParaRPr>
          </a:p>
        </p:txBody>
      </p:sp>
      <p:grpSp>
        <p:nvGrpSpPr>
          <p:cNvPr id="51204" name="Group 4"/>
          <p:cNvGrpSpPr/>
          <p:nvPr/>
        </p:nvGrpSpPr>
        <p:grpSpPr bwMode="auto">
          <a:xfrm>
            <a:off x="451485" y="2982596"/>
            <a:ext cx="5838825" cy="554038"/>
            <a:chOff x="563" y="1724"/>
            <a:chExt cx="3678" cy="349"/>
          </a:xfrm>
        </p:grpSpPr>
        <p:grpSp>
          <p:nvGrpSpPr>
            <p:cNvPr id="51220" name="Group 6"/>
            <p:cNvGrpSpPr/>
            <p:nvPr/>
          </p:nvGrpSpPr>
          <p:grpSpPr bwMode="auto">
            <a:xfrm>
              <a:off x="563" y="1768"/>
              <a:ext cx="1710" cy="305"/>
              <a:chOff x="1688" y="1812"/>
              <a:chExt cx="1710" cy="305"/>
            </a:xfrm>
          </p:grpSpPr>
          <p:sp>
            <p:nvSpPr>
              <p:cNvPr id="51224" name="Text Box 7"/>
              <p:cNvSpPr txBox="1">
                <a:spLocks noChangeArrowheads="1"/>
              </p:cNvSpPr>
              <p:nvPr/>
            </p:nvSpPr>
            <p:spPr bwMode="auto">
              <a:xfrm>
                <a:off x="1688" y="1885"/>
                <a:ext cx="1710" cy="232"/>
              </a:xfrm>
              <a:prstGeom prst="rect">
                <a:avLst/>
              </a:prstGeom>
              <a:noFill/>
              <a:ln>
                <a:noFill/>
              </a:ln>
            </p:spPr>
            <p:txBody>
              <a:bodyPr wrap="squar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1800" i="1" dirty="0">
                    <a:solidFill>
                      <a:srgbClr val="C00000"/>
                    </a:solidFill>
                    <a:latin typeface="Gill Sans MT" charset="0"/>
                  </a:rPr>
                  <a:t>c = m   </a:t>
                </a:r>
                <a:r>
                  <a:rPr lang="en-US" sz="1800" dirty="0">
                    <a:solidFill>
                      <a:srgbClr val="C00000"/>
                    </a:solidFill>
                    <a:latin typeface="Gill Sans MT" charset="0"/>
                  </a:rPr>
                  <a:t>mod</a:t>
                </a:r>
                <a:r>
                  <a:rPr lang="en-US" sz="1800" i="1" dirty="0">
                    <a:solidFill>
                      <a:srgbClr val="C00000"/>
                    </a:solidFill>
                    <a:latin typeface="Gill Sans MT" charset="0"/>
                  </a:rPr>
                  <a:t>  n</a:t>
                </a:r>
                <a:endParaRPr lang="en-US" sz="1800" i="1" dirty="0">
                  <a:solidFill>
                    <a:srgbClr val="C00000"/>
                  </a:solidFill>
                  <a:latin typeface="Gill Sans MT" charset="0"/>
                </a:endParaRPr>
              </a:p>
            </p:txBody>
          </p:sp>
          <p:sp>
            <p:nvSpPr>
              <p:cNvPr id="51225" name="Text Box 8"/>
              <p:cNvSpPr txBox="1">
                <a:spLocks noChangeArrowheads="1"/>
              </p:cNvSpPr>
              <p:nvPr/>
            </p:nvSpPr>
            <p:spPr bwMode="auto">
              <a:xfrm>
                <a:off x="2359" y="1812"/>
                <a:ext cx="196" cy="23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1800" i="1" dirty="0">
                    <a:solidFill>
                      <a:srgbClr val="C00000"/>
                    </a:solidFill>
                    <a:latin typeface="Gill Sans MT" charset="0"/>
                  </a:rPr>
                  <a:t>e</a:t>
                </a:r>
                <a:endParaRPr lang="en-US" sz="1800" i="1" dirty="0">
                  <a:solidFill>
                    <a:srgbClr val="C00000"/>
                  </a:solidFill>
                  <a:latin typeface="Gill Sans MT" charset="0"/>
                </a:endParaRPr>
              </a:p>
            </p:txBody>
          </p:sp>
        </p:grpSp>
        <p:grpSp>
          <p:nvGrpSpPr>
            <p:cNvPr id="51221" name="Group 9"/>
            <p:cNvGrpSpPr/>
            <p:nvPr/>
          </p:nvGrpSpPr>
          <p:grpSpPr bwMode="auto">
            <a:xfrm>
              <a:off x="1966" y="1724"/>
              <a:ext cx="2275" cy="341"/>
              <a:chOff x="777" y="2538"/>
              <a:chExt cx="2275" cy="341"/>
            </a:xfrm>
          </p:grpSpPr>
          <p:sp>
            <p:nvSpPr>
              <p:cNvPr id="51222" name="Text Box 10"/>
              <p:cNvSpPr txBox="1">
                <a:spLocks noChangeArrowheads="1"/>
              </p:cNvSpPr>
              <p:nvPr/>
            </p:nvSpPr>
            <p:spPr bwMode="auto">
              <a:xfrm>
                <a:off x="777" y="2647"/>
                <a:ext cx="195" cy="23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endParaRPr lang="en-US" sz="1800" dirty="0">
                  <a:latin typeface="Gill Sans MT" charset="0"/>
                </a:endParaRPr>
              </a:p>
            </p:txBody>
          </p:sp>
          <p:sp>
            <p:nvSpPr>
              <p:cNvPr id="51223" name="Text Box 11"/>
              <p:cNvSpPr txBox="1">
                <a:spLocks noChangeArrowheads="1"/>
              </p:cNvSpPr>
              <p:nvPr/>
            </p:nvSpPr>
            <p:spPr bwMode="auto">
              <a:xfrm>
                <a:off x="2857" y="2538"/>
                <a:ext cx="195" cy="23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endParaRPr lang="en-US" sz="1800" i="1" dirty="0">
                  <a:solidFill>
                    <a:srgbClr val="FF0000"/>
                  </a:solidFill>
                  <a:latin typeface="Gill Sans MT" charset="0"/>
                </a:endParaRPr>
              </a:p>
            </p:txBody>
          </p:sp>
        </p:grpSp>
      </p:grpSp>
      <p:grpSp>
        <p:nvGrpSpPr>
          <p:cNvPr id="51206" name="Group 13"/>
          <p:cNvGrpSpPr/>
          <p:nvPr/>
        </p:nvGrpSpPr>
        <p:grpSpPr bwMode="auto">
          <a:xfrm>
            <a:off x="451485" y="3837940"/>
            <a:ext cx="2787651" cy="484188"/>
            <a:chOff x="1688" y="1812"/>
            <a:chExt cx="1756" cy="305"/>
          </a:xfrm>
        </p:grpSpPr>
        <p:sp>
          <p:nvSpPr>
            <p:cNvPr id="51217" name="Text Box 14"/>
            <p:cNvSpPr txBox="1">
              <a:spLocks noChangeArrowheads="1"/>
            </p:cNvSpPr>
            <p:nvPr/>
          </p:nvSpPr>
          <p:spPr bwMode="auto">
            <a:xfrm>
              <a:off x="1688" y="1885"/>
              <a:ext cx="1756" cy="232"/>
            </a:xfrm>
            <a:prstGeom prst="rect">
              <a:avLst/>
            </a:prstGeom>
            <a:noFill/>
            <a:ln>
              <a:noFill/>
            </a:ln>
          </p:spPr>
          <p:txBody>
            <a:bodyPr wrap="squar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1800" i="1" dirty="0">
                  <a:solidFill>
                    <a:srgbClr val="C00000"/>
                  </a:solidFill>
                  <a:latin typeface="Gill Sans MT" charset="0"/>
                </a:rPr>
                <a:t>m = c   </a:t>
              </a:r>
              <a:r>
                <a:rPr lang="en-US" sz="1800" dirty="0">
                  <a:solidFill>
                    <a:srgbClr val="C00000"/>
                  </a:solidFill>
                  <a:latin typeface="Gill Sans MT" charset="0"/>
                </a:rPr>
                <a:t>mod</a:t>
              </a:r>
              <a:r>
                <a:rPr lang="en-US" sz="1800" i="1" dirty="0">
                  <a:solidFill>
                    <a:srgbClr val="C00000"/>
                  </a:solidFill>
                  <a:latin typeface="Gill Sans MT" charset="0"/>
                </a:rPr>
                <a:t>  n</a:t>
              </a:r>
              <a:endParaRPr lang="en-US" sz="1800" i="1" dirty="0">
                <a:solidFill>
                  <a:srgbClr val="C00000"/>
                </a:solidFill>
                <a:latin typeface="Gill Sans MT" charset="0"/>
              </a:endParaRPr>
            </a:p>
          </p:txBody>
        </p:sp>
        <p:sp>
          <p:nvSpPr>
            <p:cNvPr id="51218" name="Text Box 15"/>
            <p:cNvSpPr txBox="1">
              <a:spLocks noChangeArrowheads="1"/>
            </p:cNvSpPr>
            <p:nvPr/>
          </p:nvSpPr>
          <p:spPr bwMode="auto">
            <a:xfrm>
              <a:off x="2403" y="1812"/>
              <a:ext cx="201" cy="23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1800" i="1" dirty="0">
                  <a:solidFill>
                    <a:srgbClr val="C00000"/>
                  </a:solidFill>
                  <a:latin typeface="Gill Sans MT" charset="0"/>
                </a:rPr>
                <a:t>d</a:t>
              </a:r>
              <a:endParaRPr lang="en-US" sz="1800" i="1" dirty="0">
                <a:solidFill>
                  <a:srgbClr val="C00000"/>
                </a:solidFill>
                <a:latin typeface="Gill Sans MT" charset="0"/>
              </a:endParaRPr>
            </a:p>
          </p:txBody>
        </p:sp>
      </p:grpSp>
      <p:sp>
        <p:nvSpPr>
          <p:cNvPr id="2" name="文本框 1"/>
          <p:cNvSpPr txBox="1"/>
          <p:nvPr/>
        </p:nvSpPr>
        <p:spPr>
          <a:xfrm>
            <a:off x="451485" y="2775585"/>
            <a:ext cx="3048000" cy="368300"/>
          </a:xfrm>
          <a:prstGeom prst="rect">
            <a:avLst/>
          </a:prstGeom>
          <a:noFill/>
        </p:spPr>
        <p:txBody>
          <a:bodyPr wrap="square" rtlCol="0">
            <a:spAutoFit/>
          </a:bodyPr>
          <a:p>
            <a:r>
              <a:rPr lang="zh-CN" altLang="en-US"/>
              <a:t>加密</a:t>
            </a:r>
            <a:endParaRPr lang="zh-CN" altLang="en-US"/>
          </a:p>
        </p:txBody>
      </p:sp>
      <p:sp>
        <p:nvSpPr>
          <p:cNvPr id="3" name="文本框 2"/>
          <p:cNvSpPr txBox="1"/>
          <p:nvPr/>
        </p:nvSpPr>
        <p:spPr>
          <a:xfrm>
            <a:off x="451485" y="3561715"/>
            <a:ext cx="3048000" cy="368300"/>
          </a:xfrm>
          <a:prstGeom prst="rect">
            <a:avLst/>
          </a:prstGeom>
          <a:noFill/>
        </p:spPr>
        <p:txBody>
          <a:bodyPr wrap="square" rtlCol="0">
            <a:spAutoFit/>
          </a:bodyPr>
          <a:p>
            <a:r>
              <a:rPr lang="zh-CN" altLang="en-US"/>
              <a:t>解密</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365125" y="520820"/>
            <a:ext cx="7772400" cy="430887"/>
          </a:xfrm>
          <a:noFill/>
          <a:ln>
            <a:noFill/>
          </a:ln>
        </p:spPr>
        <p:txBody>
          <a:bodyPr vert="horz" wrap="square" lIns="91440" tIns="45720" rIns="91440" bIns="45720" numCol="1" anchor="ctr" anchorCtr="0" compatLnSpc="1"/>
          <a:lstStyle/>
          <a:p>
            <a:r>
              <a:rPr lang="en-US" dirty="0"/>
              <a:t>RSA example:</a:t>
            </a:r>
            <a:endParaRPr lang="en-US" dirty="0"/>
          </a:p>
        </p:txBody>
      </p:sp>
      <p:sp>
        <p:nvSpPr>
          <p:cNvPr id="52227" name="Text Box 3"/>
          <p:cNvSpPr txBox="1">
            <a:spLocks noChangeArrowheads="1"/>
          </p:cNvSpPr>
          <p:nvPr/>
        </p:nvSpPr>
        <p:spPr bwMode="auto">
          <a:xfrm>
            <a:off x="365125" y="1117283"/>
            <a:ext cx="5881688" cy="45720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Bob chooses </a:t>
            </a:r>
            <a:r>
              <a:rPr lang="en-US" sz="2400" i="1" dirty="0">
                <a:latin typeface="Arial" panose="020B0604020202090204" pitchFamily="34" charset="0"/>
                <a:cs typeface="Arial" panose="020B0604020202090204" pitchFamily="34" charset="0"/>
              </a:rPr>
              <a:t>p=5, q=7</a:t>
            </a:r>
            <a:r>
              <a:rPr lang="en-US" sz="2400" dirty="0">
                <a:latin typeface="Arial" panose="020B0604020202090204" pitchFamily="34" charset="0"/>
                <a:cs typeface="Arial" panose="020B0604020202090204" pitchFamily="34" charset="0"/>
              </a:rPr>
              <a:t>.  Then </a:t>
            </a:r>
            <a:r>
              <a:rPr lang="en-US" sz="2400" i="1" dirty="0">
                <a:latin typeface="Arial" panose="020B0604020202090204" pitchFamily="34" charset="0"/>
                <a:cs typeface="Arial" panose="020B0604020202090204" pitchFamily="34" charset="0"/>
              </a:rPr>
              <a:t>n=35, z=24</a:t>
            </a:r>
            <a:r>
              <a:rPr lang="en-US" sz="2400" dirty="0">
                <a:latin typeface="Arial" panose="020B0604020202090204" pitchFamily="34" charset="0"/>
                <a:cs typeface="Arial" panose="020B0604020202090204" pitchFamily="34" charset="0"/>
              </a:rPr>
              <a:t>.</a:t>
            </a:r>
            <a:endParaRPr lang="en-US" sz="2400" dirty="0">
              <a:latin typeface="Arial" panose="020B0604020202090204" pitchFamily="34" charset="0"/>
              <a:cs typeface="Arial" panose="020B0604020202090204" pitchFamily="34" charset="0"/>
            </a:endParaRPr>
          </a:p>
        </p:txBody>
      </p:sp>
      <p:sp>
        <p:nvSpPr>
          <p:cNvPr id="52228" name="Text Box 4"/>
          <p:cNvSpPr txBox="1">
            <a:spLocks noChangeArrowheads="1"/>
          </p:cNvSpPr>
          <p:nvPr/>
        </p:nvSpPr>
        <p:spPr bwMode="auto">
          <a:xfrm>
            <a:off x="2208213" y="1558290"/>
            <a:ext cx="5104130" cy="156845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r>
              <a:rPr lang="en-US" sz="2400" i="1" dirty="0">
                <a:latin typeface="Arial" panose="020B0604020202090204" pitchFamily="34" charset="0"/>
                <a:cs typeface="Arial" panose="020B0604020202090204" pitchFamily="34" charset="0"/>
              </a:rPr>
              <a:t>e=5</a:t>
            </a:r>
            <a:r>
              <a:rPr lang="en-US" sz="2400" dirty="0">
                <a:latin typeface="Arial" panose="020B0604020202090204" pitchFamily="34" charset="0"/>
                <a:cs typeface="Arial" panose="020B0604020202090204" pitchFamily="34" charset="0"/>
              </a:rPr>
              <a:t>  (so </a:t>
            </a:r>
            <a:r>
              <a:rPr lang="en-US" sz="2400" i="1" dirty="0">
                <a:latin typeface="Arial" panose="020B0604020202090204" pitchFamily="34" charset="0"/>
                <a:cs typeface="Arial" panose="020B0604020202090204" pitchFamily="34" charset="0"/>
              </a:rPr>
              <a:t>e, z</a:t>
            </a:r>
            <a:r>
              <a:rPr lang="en-US" sz="2400" dirty="0">
                <a:latin typeface="Arial" panose="020B0604020202090204" pitchFamily="34" charset="0"/>
                <a:cs typeface="Arial" panose="020B0604020202090204" pitchFamily="34" charset="0"/>
              </a:rPr>
              <a:t>  relatively prime).</a:t>
            </a:r>
            <a:endParaRPr lang="en-US" sz="2400" dirty="0">
              <a:latin typeface="Arial" panose="020B0604020202090204" pitchFamily="34" charset="0"/>
              <a:cs typeface="Arial" panose="020B0604020202090204" pitchFamily="34" charset="0"/>
            </a:endParaRPr>
          </a:p>
          <a:p>
            <a:r>
              <a:rPr lang="en-US" sz="2400" i="1" dirty="0">
                <a:latin typeface="Arial" panose="020B0604020202090204" pitchFamily="34" charset="0"/>
                <a:cs typeface="Arial" panose="020B0604020202090204" pitchFamily="34" charset="0"/>
              </a:rPr>
              <a:t>d=29</a:t>
            </a:r>
            <a:r>
              <a:rPr lang="en-US" sz="2400" dirty="0">
                <a:latin typeface="Arial" panose="020B0604020202090204" pitchFamily="34" charset="0"/>
                <a:cs typeface="Arial" panose="020B0604020202090204" pitchFamily="34" charset="0"/>
              </a:rPr>
              <a:t> (so </a:t>
            </a:r>
            <a:r>
              <a:rPr lang="en-US" sz="2400" i="1" dirty="0">
                <a:latin typeface="Arial" panose="020B0604020202090204" pitchFamily="34" charset="0"/>
                <a:cs typeface="Arial" panose="020B0604020202090204" pitchFamily="34" charset="0"/>
              </a:rPr>
              <a:t>ed-1</a:t>
            </a:r>
            <a:r>
              <a:rPr lang="en-US" sz="2400" dirty="0">
                <a:latin typeface="Arial" panose="020B0604020202090204" pitchFamily="34" charset="0"/>
                <a:cs typeface="Arial" panose="020B0604020202090204" pitchFamily="34" charset="0"/>
              </a:rPr>
              <a:t> exactly divisible by </a:t>
            </a:r>
            <a:r>
              <a:rPr lang="en-US" sz="2400" i="1" dirty="0">
                <a:latin typeface="Arial Italic" panose="020B0604020202090204" charset="0"/>
                <a:cs typeface="Arial Italic" panose="020B0604020202090204" charset="0"/>
              </a:rPr>
              <a:t>z</a:t>
            </a:r>
            <a:r>
              <a:rPr lang="en-US" sz="2400" dirty="0">
                <a:latin typeface="Arial" panose="020B0604020202090204" pitchFamily="34" charset="0"/>
                <a:cs typeface="Arial" panose="020B0604020202090204" pitchFamily="34" charset="0"/>
              </a:rPr>
              <a:t>).</a:t>
            </a:r>
            <a:endParaRPr lang="en-US" sz="2400" dirty="0">
              <a:latin typeface="Arial" panose="020B0604020202090204" pitchFamily="34" charset="0"/>
              <a:cs typeface="Arial" panose="020B0604020202090204" pitchFamily="34" charset="0"/>
            </a:endParaRPr>
          </a:p>
          <a:p>
            <a:r>
              <a:rPr lang="en-US" sz="2400" i="1" dirty="0">
                <a:latin typeface="Arial Italic" panose="020B0604020202090204" charset="0"/>
                <a:cs typeface="Arial Italic" panose="020B0604020202090204" charset="0"/>
              </a:rPr>
              <a:t>public key</a:t>
            </a:r>
            <a:r>
              <a:rPr lang="en-US" sz="2400" dirty="0">
                <a:latin typeface="Arial" panose="020B0604020202090204" pitchFamily="34" charset="0"/>
                <a:cs typeface="Arial" panose="020B0604020202090204" pitchFamily="34" charset="0"/>
              </a:rPr>
              <a:t>: (35,5) </a:t>
            </a:r>
            <a:endParaRPr lang="en-US" sz="2400" dirty="0">
              <a:latin typeface="Arial" panose="020B0604020202090204" pitchFamily="34" charset="0"/>
              <a:cs typeface="Arial" panose="020B0604020202090204" pitchFamily="34" charset="0"/>
            </a:endParaRPr>
          </a:p>
          <a:p>
            <a:r>
              <a:rPr lang="en-US" sz="2400" i="1" dirty="0">
                <a:latin typeface="Arial Italic" panose="020B0604020202090204" charset="0"/>
                <a:cs typeface="Arial Italic" panose="020B0604020202090204" charset="0"/>
              </a:rPr>
              <a:t>private key</a:t>
            </a:r>
            <a:r>
              <a:rPr lang="en-US" sz="2400" dirty="0">
                <a:latin typeface="Arial" panose="020B0604020202090204" pitchFamily="34" charset="0"/>
                <a:cs typeface="Arial" panose="020B0604020202090204" pitchFamily="34" charset="0"/>
              </a:rPr>
              <a:t>: (35,29)</a:t>
            </a:r>
            <a:endParaRPr lang="en-US" sz="2400" dirty="0">
              <a:latin typeface="Arial" panose="020B0604020202090204" pitchFamily="34" charset="0"/>
              <a:cs typeface="Arial" panose="020B0604020202090204" pitchFamily="34" charset="0"/>
            </a:endParaRPr>
          </a:p>
        </p:txBody>
      </p:sp>
      <p:sp>
        <p:nvSpPr>
          <p:cNvPr id="52229" name="Text Box 5"/>
          <p:cNvSpPr txBox="1">
            <a:spLocks noChangeArrowheads="1"/>
          </p:cNvSpPr>
          <p:nvPr/>
        </p:nvSpPr>
        <p:spPr bwMode="auto">
          <a:xfrm>
            <a:off x="1954213" y="3627438"/>
            <a:ext cx="1554162" cy="46196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bit pattern</a:t>
            </a:r>
            <a:endParaRPr lang="en-US" sz="2400" dirty="0">
              <a:latin typeface="Arial" panose="020B0604020202090204" pitchFamily="34" charset="0"/>
              <a:cs typeface="Arial" panose="020B0604020202090204" pitchFamily="34" charset="0"/>
            </a:endParaRPr>
          </a:p>
        </p:txBody>
      </p:sp>
      <p:sp>
        <p:nvSpPr>
          <p:cNvPr id="52230" name="Text Box 6"/>
          <p:cNvSpPr txBox="1">
            <a:spLocks noChangeArrowheads="1"/>
          </p:cNvSpPr>
          <p:nvPr/>
        </p:nvSpPr>
        <p:spPr bwMode="auto">
          <a:xfrm>
            <a:off x="3810000" y="3603625"/>
            <a:ext cx="441325" cy="461963"/>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m</a:t>
            </a:r>
            <a:endParaRPr lang="en-US" sz="2400" dirty="0">
              <a:latin typeface="Arial" panose="020B0604020202090204" pitchFamily="34" charset="0"/>
              <a:cs typeface="Arial" panose="020B0604020202090204" pitchFamily="34" charset="0"/>
            </a:endParaRPr>
          </a:p>
        </p:txBody>
      </p:sp>
      <p:sp>
        <p:nvSpPr>
          <p:cNvPr id="52231" name="Text Box 7"/>
          <p:cNvSpPr txBox="1">
            <a:spLocks noChangeArrowheads="1"/>
          </p:cNvSpPr>
          <p:nvPr/>
        </p:nvSpPr>
        <p:spPr bwMode="auto">
          <a:xfrm>
            <a:off x="5078413" y="3624263"/>
            <a:ext cx="439737" cy="46196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m</a:t>
            </a:r>
            <a:endParaRPr lang="en-US" sz="2400" dirty="0">
              <a:latin typeface="Arial" panose="020B0604020202090204" pitchFamily="34" charset="0"/>
              <a:cs typeface="Arial" panose="020B0604020202090204" pitchFamily="34" charset="0"/>
            </a:endParaRPr>
          </a:p>
        </p:txBody>
      </p:sp>
      <p:sp>
        <p:nvSpPr>
          <p:cNvPr id="52232" name="Text Box 8"/>
          <p:cNvSpPr txBox="1">
            <a:spLocks noChangeArrowheads="1"/>
          </p:cNvSpPr>
          <p:nvPr/>
        </p:nvSpPr>
        <p:spPr bwMode="auto">
          <a:xfrm>
            <a:off x="5307013" y="3471863"/>
            <a:ext cx="357187" cy="46196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e</a:t>
            </a:r>
            <a:endParaRPr lang="en-US" sz="2400" dirty="0">
              <a:latin typeface="Arial" panose="020B0604020202090204" pitchFamily="34" charset="0"/>
              <a:cs typeface="Arial" panose="020B0604020202090204" pitchFamily="34" charset="0"/>
            </a:endParaRPr>
          </a:p>
        </p:txBody>
      </p:sp>
      <p:grpSp>
        <p:nvGrpSpPr>
          <p:cNvPr id="52233" name="Group 9"/>
          <p:cNvGrpSpPr/>
          <p:nvPr/>
        </p:nvGrpSpPr>
        <p:grpSpPr bwMode="auto">
          <a:xfrm>
            <a:off x="6704013" y="3505200"/>
            <a:ext cx="2055812" cy="590550"/>
            <a:chOff x="2708" y="1773"/>
            <a:chExt cx="1295" cy="372"/>
          </a:xfrm>
        </p:grpSpPr>
        <p:sp>
          <p:nvSpPr>
            <p:cNvPr id="52261" name="Text Box 10"/>
            <p:cNvSpPr txBox="1">
              <a:spLocks noChangeArrowheads="1"/>
            </p:cNvSpPr>
            <p:nvPr/>
          </p:nvSpPr>
          <p:spPr bwMode="auto">
            <a:xfrm>
              <a:off x="2708" y="1854"/>
              <a:ext cx="1295" cy="291"/>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c = m  mod  n</a:t>
              </a:r>
              <a:endParaRPr lang="en-US" sz="2400" dirty="0">
                <a:latin typeface="Arial" panose="020B0604020202090204" pitchFamily="34" charset="0"/>
                <a:cs typeface="Arial" panose="020B0604020202090204" pitchFamily="34" charset="0"/>
              </a:endParaRPr>
            </a:p>
          </p:txBody>
        </p:sp>
        <p:sp>
          <p:nvSpPr>
            <p:cNvPr id="52262" name="Text Box 11"/>
            <p:cNvSpPr txBox="1">
              <a:spLocks noChangeArrowheads="1"/>
            </p:cNvSpPr>
            <p:nvPr/>
          </p:nvSpPr>
          <p:spPr bwMode="auto">
            <a:xfrm>
              <a:off x="3168" y="1773"/>
              <a:ext cx="224" cy="291"/>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e</a:t>
              </a:r>
              <a:endParaRPr lang="en-US" sz="2400" dirty="0">
                <a:latin typeface="Arial" panose="020B0604020202090204" pitchFamily="34" charset="0"/>
                <a:cs typeface="Arial" panose="020B0604020202090204" pitchFamily="34" charset="0"/>
              </a:endParaRPr>
            </a:p>
          </p:txBody>
        </p:sp>
      </p:grpSp>
      <p:sp>
        <p:nvSpPr>
          <p:cNvPr id="52234" name="Text Box 12"/>
          <p:cNvSpPr txBox="1">
            <a:spLocks noChangeArrowheads="1"/>
          </p:cNvSpPr>
          <p:nvPr/>
        </p:nvSpPr>
        <p:spPr bwMode="auto">
          <a:xfrm>
            <a:off x="1957705" y="4167188"/>
            <a:ext cx="1539240" cy="460375"/>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solidFill>
                  <a:srgbClr val="C00000"/>
                </a:solidFill>
                <a:latin typeface="Arial" panose="020B0604020202090204" pitchFamily="34" charset="0"/>
              </a:rPr>
              <a:t>00001100</a:t>
            </a:r>
            <a:endParaRPr lang="en-US" sz="2400" dirty="0">
              <a:solidFill>
                <a:srgbClr val="C00000"/>
              </a:solidFill>
              <a:latin typeface="Times New Roman" panose="02020503050405090304" charset="0"/>
            </a:endParaRPr>
          </a:p>
        </p:txBody>
      </p:sp>
      <p:sp>
        <p:nvSpPr>
          <p:cNvPr id="52235" name="Text Box 13"/>
          <p:cNvSpPr txBox="1">
            <a:spLocks noChangeArrowheads="1"/>
          </p:cNvSpPr>
          <p:nvPr/>
        </p:nvSpPr>
        <p:spPr bwMode="auto">
          <a:xfrm>
            <a:off x="3741738" y="4157663"/>
            <a:ext cx="523875" cy="45720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solidFill>
                  <a:srgbClr val="C00000"/>
                </a:solidFill>
                <a:latin typeface="Arial" panose="020B0604020202090204" pitchFamily="34" charset="0"/>
              </a:rPr>
              <a:t>12</a:t>
            </a:r>
            <a:endParaRPr lang="en-US" sz="2400" dirty="0">
              <a:solidFill>
                <a:srgbClr val="C00000"/>
              </a:solidFill>
              <a:latin typeface="Times New Roman" panose="02020503050405090304" charset="0"/>
            </a:endParaRPr>
          </a:p>
        </p:txBody>
      </p:sp>
      <p:sp>
        <p:nvSpPr>
          <p:cNvPr id="52236" name="Text Box 14"/>
          <p:cNvSpPr txBox="1">
            <a:spLocks noChangeArrowheads="1"/>
          </p:cNvSpPr>
          <p:nvPr/>
        </p:nvSpPr>
        <p:spPr bwMode="auto">
          <a:xfrm>
            <a:off x="4783138" y="4149725"/>
            <a:ext cx="1033462" cy="45720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solidFill>
                  <a:srgbClr val="C00000"/>
                </a:solidFill>
                <a:latin typeface="Arial" panose="020B0604020202090204" pitchFamily="34" charset="0"/>
              </a:rPr>
              <a:t>24832</a:t>
            </a:r>
            <a:endParaRPr lang="en-US" sz="2400" dirty="0">
              <a:solidFill>
                <a:srgbClr val="C00000"/>
              </a:solidFill>
              <a:latin typeface="Times New Roman" panose="02020503050405090304" charset="0"/>
            </a:endParaRPr>
          </a:p>
        </p:txBody>
      </p:sp>
      <p:sp>
        <p:nvSpPr>
          <p:cNvPr id="52237" name="Text Box 15"/>
          <p:cNvSpPr txBox="1">
            <a:spLocks noChangeArrowheads="1"/>
          </p:cNvSpPr>
          <p:nvPr/>
        </p:nvSpPr>
        <p:spPr bwMode="auto">
          <a:xfrm>
            <a:off x="7637463" y="4148138"/>
            <a:ext cx="523875" cy="45720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solidFill>
                  <a:srgbClr val="C00000"/>
                </a:solidFill>
                <a:latin typeface="Arial" panose="020B0604020202090204" pitchFamily="34" charset="0"/>
              </a:rPr>
              <a:t>17</a:t>
            </a:r>
            <a:endParaRPr lang="en-US" sz="2400" dirty="0">
              <a:solidFill>
                <a:srgbClr val="C00000"/>
              </a:solidFill>
              <a:latin typeface="Times New Roman" panose="02020503050405090304" charset="0"/>
            </a:endParaRPr>
          </a:p>
        </p:txBody>
      </p:sp>
      <p:sp>
        <p:nvSpPr>
          <p:cNvPr id="52238" name="Text Box 28"/>
          <p:cNvSpPr txBox="1">
            <a:spLocks noChangeArrowheads="1"/>
          </p:cNvSpPr>
          <p:nvPr/>
        </p:nvSpPr>
        <p:spPr bwMode="auto">
          <a:xfrm>
            <a:off x="487363" y="3929063"/>
            <a:ext cx="1279525" cy="461962"/>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solidFill>
                  <a:srgbClr val="000099"/>
                </a:solidFill>
                <a:latin typeface="Arial" panose="020B0604020202090204" pitchFamily="34" charset="0"/>
                <a:cs typeface="Arial" panose="020B0604020202090204" pitchFamily="34" charset="0"/>
              </a:rPr>
              <a:t>encrypt:</a:t>
            </a:r>
            <a:endParaRPr lang="en-US" sz="2400" dirty="0">
              <a:solidFill>
                <a:srgbClr val="000099"/>
              </a:solidFill>
              <a:latin typeface="Arial" panose="020B0604020202090204" pitchFamily="34" charset="0"/>
              <a:cs typeface="Arial" panose="020B0604020202090204" pitchFamily="34" charset="0"/>
            </a:endParaRPr>
          </a:p>
        </p:txBody>
      </p:sp>
      <p:sp>
        <p:nvSpPr>
          <p:cNvPr id="52239" name="Text Box 31"/>
          <p:cNvSpPr txBox="1">
            <a:spLocks noChangeArrowheads="1"/>
          </p:cNvSpPr>
          <p:nvPr/>
        </p:nvSpPr>
        <p:spPr bwMode="auto">
          <a:xfrm>
            <a:off x="364808" y="3192780"/>
            <a:ext cx="4163695" cy="460375"/>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r>
              <a:rPr lang="en-US" sz="2400" dirty="0">
                <a:latin typeface="Arial" panose="020B0604020202090204" pitchFamily="34" charset="0"/>
                <a:cs typeface="Arial" panose="020B0604020202090204" pitchFamily="34" charset="0"/>
              </a:rPr>
              <a:t>encrypting 8-bit messages </a:t>
            </a:r>
            <a:r>
              <a:rPr lang="en-US" sz="2400" i="1" u="sng" dirty="0">
                <a:latin typeface="Arial Italic" panose="020B0604020202090204" charset="0"/>
                <a:cs typeface="Arial Italic" panose="020B0604020202090204" charset="0"/>
              </a:rPr>
              <a:t>m</a:t>
            </a:r>
            <a:r>
              <a:rPr lang="en-US" sz="2400" dirty="0">
                <a:latin typeface="Arial" panose="020B0604020202090204" pitchFamily="34" charset="0"/>
                <a:cs typeface="Arial" panose="020B0604020202090204" pitchFamily="34" charset="0"/>
              </a:rPr>
              <a:t>.</a:t>
            </a:r>
            <a:endParaRPr lang="en-US" sz="2400" dirty="0">
              <a:latin typeface="Arial" panose="020B0604020202090204" pitchFamily="34" charset="0"/>
              <a:cs typeface="Arial" panose="020B0604020202090204" pitchFamily="34" charset="0"/>
            </a:endParaRPr>
          </a:p>
        </p:txBody>
      </p:sp>
      <p:sp>
        <p:nvSpPr>
          <p:cNvPr id="52241" name="Right Brace 1"/>
          <p:cNvSpPr/>
          <p:nvPr/>
        </p:nvSpPr>
        <p:spPr bwMode="auto">
          <a:xfrm rot="5400000">
            <a:off x="2625725" y="3365501"/>
            <a:ext cx="180975" cy="1403350"/>
          </a:xfrm>
          <a:prstGeom prst="rightBrace">
            <a:avLst>
              <a:gd name="adj1" fmla="val 8257"/>
              <a:gd name="adj2" fmla="val 50000"/>
            </a:avLst>
          </a:prstGeom>
          <a:noFill/>
          <a:ln w="9525">
            <a:solidFill>
              <a:schemeClr val="tx1"/>
            </a:solidFill>
            <a:round/>
          </a:ln>
        </p:spPr>
        <p:txBody>
          <a:bodyPr/>
          <a:lstStyle/>
          <a:p>
            <a:endParaRPr lang="en-US" dirty="0"/>
          </a:p>
        </p:txBody>
      </p:sp>
      <p:sp>
        <p:nvSpPr>
          <p:cNvPr id="52242" name="Right Brace 31"/>
          <p:cNvSpPr/>
          <p:nvPr/>
        </p:nvSpPr>
        <p:spPr bwMode="auto">
          <a:xfrm rot="5400000">
            <a:off x="3948112" y="3838576"/>
            <a:ext cx="169863" cy="468312"/>
          </a:xfrm>
          <a:prstGeom prst="rightBrace">
            <a:avLst>
              <a:gd name="adj1" fmla="val 8284"/>
              <a:gd name="adj2" fmla="val 50000"/>
            </a:avLst>
          </a:prstGeom>
          <a:noFill/>
          <a:ln w="9525">
            <a:solidFill>
              <a:schemeClr val="tx1"/>
            </a:solidFill>
            <a:round/>
          </a:ln>
        </p:spPr>
        <p:txBody>
          <a:bodyPr/>
          <a:lstStyle/>
          <a:p>
            <a:endParaRPr lang="en-US" dirty="0"/>
          </a:p>
        </p:txBody>
      </p:sp>
      <p:sp>
        <p:nvSpPr>
          <p:cNvPr id="52243" name="Right Brace 32"/>
          <p:cNvSpPr/>
          <p:nvPr/>
        </p:nvSpPr>
        <p:spPr bwMode="auto">
          <a:xfrm rot="5400000">
            <a:off x="5195094" y="3844131"/>
            <a:ext cx="168275" cy="468313"/>
          </a:xfrm>
          <a:prstGeom prst="rightBrace">
            <a:avLst>
              <a:gd name="adj1" fmla="val 8362"/>
              <a:gd name="adj2" fmla="val 50000"/>
            </a:avLst>
          </a:prstGeom>
          <a:noFill/>
          <a:ln w="9525">
            <a:solidFill>
              <a:schemeClr val="tx1"/>
            </a:solidFill>
            <a:round/>
          </a:ln>
        </p:spPr>
        <p:txBody>
          <a:bodyPr/>
          <a:lstStyle/>
          <a:p>
            <a:endParaRPr lang="en-US" dirty="0"/>
          </a:p>
        </p:txBody>
      </p:sp>
      <p:sp>
        <p:nvSpPr>
          <p:cNvPr id="52244" name="Right Brace 33"/>
          <p:cNvSpPr/>
          <p:nvPr/>
        </p:nvSpPr>
        <p:spPr bwMode="auto">
          <a:xfrm rot="5400000">
            <a:off x="7646670" y="3068955"/>
            <a:ext cx="179388" cy="2046288"/>
          </a:xfrm>
          <a:prstGeom prst="rightBrace">
            <a:avLst>
              <a:gd name="adj1" fmla="val 8344"/>
              <a:gd name="adj2" fmla="val 50000"/>
            </a:avLst>
          </a:prstGeom>
          <a:noFill/>
          <a:ln w="9525">
            <a:solidFill>
              <a:schemeClr val="tx1"/>
            </a:solidFill>
            <a:round/>
          </a:ln>
        </p:spPr>
        <p:txBody>
          <a:bodyPr/>
          <a:lstStyle/>
          <a:p>
            <a:endParaRPr lang="en-US" dirty="0"/>
          </a:p>
        </p:txBody>
      </p:sp>
      <p:grpSp>
        <p:nvGrpSpPr>
          <p:cNvPr id="5" name="Group 4"/>
          <p:cNvGrpSpPr/>
          <p:nvPr/>
        </p:nvGrpSpPr>
        <p:grpSpPr bwMode="auto">
          <a:xfrm>
            <a:off x="544513" y="4891088"/>
            <a:ext cx="7564437" cy="1150937"/>
            <a:chOff x="543729" y="4729393"/>
            <a:chExt cx="7565229" cy="1150260"/>
          </a:xfrm>
        </p:grpSpPr>
        <p:sp>
          <p:nvSpPr>
            <p:cNvPr id="52247" name="Text Box 16"/>
            <p:cNvSpPr txBox="1">
              <a:spLocks noChangeArrowheads="1"/>
            </p:cNvSpPr>
            <p:nvPr/>
          </p:nvSpPr>
          <p:spPr bwMode="auto">
            <a:xfrm>
              <a:off x="2359031" y="4873856"/>
              <a:ext cx="341313" cy="45720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c</a:t>
              </a:r>
              <a:endParaRPr lang="en-US" sz="2400" dirty="0">
                <a:latin typeface="Arial" panose="020B0604020202090204" pitchFamily="34" charset="0"/>
                <a:cs typeface="Arial" panose="020B0604020202090204" pitchFamily="34" charset="0"/>
              </a:endParaRPr>
            </a:p>
          </p:txBody>
        </p:sp>
        <p:grpSp>
          <p:nvGrpSpPr>
            <p:cNvPr id="52248" name="Group 17"/>
            <p:cNvGrpSpPr/>
            <p:nvPr/>
          </p:nvGrpSpPr>
          <p:grpSpPr bwMode="auto">
            <a:xfrm>
              <a:off x="6053145" y="4766587"/>
              <a:ext cx="2055813" cy="590551"/>
              <a:chOff x="2708" y="1773"/>
              <a:chExt cx="1295" cy="372"/>
            </a:xfrm>
          </p:grpSpPr>
          <p:sp>
            <p:nvSpPr>
              <p:cNvPr id="52259" name="Text Box 18"/>
              <p:cNvSpPr txBox="1">
                <a:spLocks noChangeArrowheads="1"/>
              </p:cNvSpPr>
              <p:nvPr/>
            </p:nvSpPr>
            <p:spPr bwMode="auto">
              <a:xfrm>
                <a:off x="2708" y="1854"/>
                <a:ext cx="1295" cy="291"/>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m = c  mod  n</a:t>
                </a:r>
                <a:endParaRPr lang="en-US" sz="2400" dirty="0">
                  <a:latin typeface="Arial" panose="020B0604020202090204" pitchFamily="34" charset="0"/>
                  <a:cs typeface="Arial" panose="020B0604020202090204" pitchFamily="34" charset="0"/>
                </a:endParaRPr>
              </a:p>
            </p:txBody>
          </p:sp>
          <p:sp>
            <p:nvSpPr>
              <p:cNvPr id="52260" name="Text Box 19"/>
              <p:cNvSpPr txBox="1">
                <a:spLocks noChangeArrowheads="1"/>
              </p:cNvSpPr>
              <p:nvPr/>
            </p:nvSpPr>
            <p:spPr bwMode="auto">
              <a:xfrm>
                <a:off x="3166" y="1773"/>
                <a:ext cx="229" cy="288"/>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d</a:t>
                </a:r>
                <a:endParaRPr lang="en-US" sz="2400" dirty="0">
                  <a:latin typeface="Arial" panose="020B0604020202090204" pitchFamily="34" charset="0"/>
                  <a:cs typeface="Arial" panose="020B0604020202090204" pitchFamily="34" charset="0"/>
                </a:endParaRPr>
              </a:p>
            </p:txBody>
          </p:sp>
        </p:grpSp>
        <p:sp>
          <p:nvSpPr>
            <p:cNvPr id="52249" name="Text Box 20"/>
            <p:cNvSpPr txBox="1">
              <a:spLocks noChangeArrowheads="1"/>
            </p:cNvSpPr>
            <p:nvPr/>
          </p:nvSpPr>
          <p:spPr bwMode="auto">
            <a:xfrm>
              <a:off x="2208219" y="5409753"/>
              <a:ext cx="523875" cy="45720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solidFill>
                    <a:srgbClr val="C00000"/>
                  </a:solidFill>
                  <a:latin typeface="Arial" panose="020B0604020202090204" pitchFamily="34" charset="0"/>
                  <a:cs typeface="Arial" panose="020B0604020202090204" pitchFamily="34" charset="0"/>
                </a:rPr>
                <a:t>17</a:t>
              </a:r>
              <a:endParaRPr lang="en-US" sz="2400" dirty="0">
                <a:solidFill>
                  <a:srgbClr val="C00000"/>
                </a:solidFill>
                <a:latin typeface="Arial" panose="020B0604020202090204" pitchFamily="34" charset="0"/>
                <a:cs typeface="Arial" panose="020B0604020202090204" pitchFamily="34" charset="0"/>
              </a:endParaRPr>
            </a:p>
          </p:txBody>
        </p:sp>
        <p:sp>
          <p:nvSpPr>
            <p:cNvPr id="52250" name="Text Box 21"/>
            <p:cNvSpPr txBox="1">
              <a:spLocks noChangeArrowheads="1"/>
            </p:cNvSpPr>
            <p:nvPr/>
          </p:nvSpPr>
          <p:spPr bwMode="auto">
            <a:xfrm>
              <a:off x="2869299" y="5541062"/>
              <a:ext cx="3213100" cy="274637"/>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1200" dirty="0">
                  <a:solidFill>
                    <a:srgbClr val="C00000"/>
                  </a:solidFill>
                  <a:latin typeface="Arial" panose="020B0604020202090204" pitchFamily="34" charset="0"/>
                  <a:cs typeface="Arial" panose="020B0604020202090204" pitchFamily="34" charset="0"/>
                </a:rPr>
                <a:t>481968572106750915091411825223071697</a:t>
              </a:r>
              <a:endParaRPr lang="en-US" sz="1200" dirty="0">
                <a:solidFill>
                  <a:srgbClr val="C00000"/>
                </a:solidFill>
                <a:latin typeface="Arial" panose="020B0604020202090204" pitchFamily="34" charset="0"/>
                <a:cs typeface="Arial" panose="020B0604020202090204" pitchFamily="34" charset="0"/>
              </a:endParaRPr>
            </a:p>
          </p:txBody>
        </p:sp>
        <p:sp>
          <p:nvSpPr>
            <p:cNvPr id="52251" name="Text Box 22"/>
            <p:cNvSpPr txBox="1">
              <a:spLocks noChangeArrowheads="1"/>
            </p:cNvSpPr>
            <p:nvPr/>
          </p:nvSpPr>
          <p:spPr bwMode="auto">
            <a:xfrm>
              <a:off x="6808794" y="5422453"/>
              <a:ext cx="523875" cy="457200"/>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solidFill>
                    <a:srgbClr val="C00000"/>
                  </a:solidFill>
                  <a:latin typeface="Arial" panose="020B0604020202090204" pitchFamily="34" charset="0"/>
                  <a:cs typeface="Arial" panose="020B0604020202090204" pitchFamily="34" charset="0"/>
                </a:rPr>
                <a:t>12</a:t>
              </a:r>
              <a:endParaRPr lang="en-US" sz="2400" dirty="0">
                <a:solidFill>
                  <a:srgbClr val="C00000"/>
                </a:solidFill>
                <a:latin typeface="Arial" panose="020B0604020202090204" pitchFamily="34" charset="0"/>
                <a:cs typeface="Arial" panose="020B0604020202090204" pitchFamily="34" charset="0"/>
              </a:endParaRPr>
            </a:p>
          </p:txBody>
        </p:sp>
        <p:grpSp>
          <p:nvGrpSpPr>
            <p:cNvPr id="52252" name="Group 23"/>
            <p:cNvGrpSpPr/>
            <p:nvPr/>
          </p:nvGrpSpPr>
          <p:grpSpPr bwMode="auto">
            <a:xfrm>
              <a:off x="3489331" y="4729393"/>
              <a:ext cx="514350" cy="611188"/>
              <a:chOff x="3034" y="2876"/>
              <a:chExt cx="324" cy="385"/>
            </a:xfrm>
          </p:grpSpPr>
          <p:sp>
            <p:nvSpPr>
              <p:cNvPr id="52257" name="Text Box 24"/>
              <p:cNvSpPr txBox="1">
                <a:spLocks noChangeArrowheads="1"/>
              </p:cNvSpPr>
              <p:nvPr/>
            </p:nvSpPr>
            <p:spPr bwMode="auto">
              <a:xfrm>
                <a:off x="3034" y="2973"/>
                <a:ext cx="215" cy="288"/>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c</a:t>
                </a:r>
                <a:endParaRPr lang="en-US" sz="2400" dirty="0">
                  <a:latin typeface="Arial" panose="020B0604020202090204" pitchFamily="34" charset="0"/>
                  <a:cs typeface="Arial" panose="020B0604020202090204" pitchFamily="34" charset="0"/>
                </a:endParaRPr>
              </a:p>
            </p:txBody>
          </p:sp>
          <p:sp>
            <p:nvSpPr>
              <p:cNvPr id="52258" name="Text Box 25"/>
              <p:cNvSpPr txBox="1">
                <a:spLocks noChangeArrowheads="1"/>
              </p:cNvSpPr>
              <p:nvPr/>
            </p:nvSpPr>
            <p:spPr bwMode="auto">
              <a:xfrm>
                <a:off x="3129" y="2876"/>
                <a:ext cx="229" cy="288"/>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latin typeface="Arial" panose="020B0604020202090204" pitchFamily="34" charset="0"/>
                    <a:cs typeface="Arial" panose="020B0604020202090204" pitchFamily="34" charset="0"/>
                  </a:rPr>
                  <a:t>d</a:t>
                </a:r>
                <a:endParaRPr lang="en-US" sz="2400" dirty="0">
                  <a:latin typeface="Arial" panose="020B0604020202090204" pitchFamily="34" charset="0"/>
                  <a:cs typeface="Arial" panose="020B0604020202090204" pitchFamily="34" charset="0"/>
                </a:endParaRPr>
              </a:p>
            </p:txBody>
          </p:sp>
        </p:grpSp>
        <p:sp>
          <p:nvSpPr>
            <p:cNvPr id="52253" name="Text Box 29"/>
            <p:cNvSpPr txBox="1">
              <a:spLocks noChangeArrowheads="1"/>
            </p:cNvSpPr>
            <p:nvPr/>
          </p:nvSpPr>
          <p:spPr bwMode="auto">
            <a:xfrm>
              <a:off x="543729" y="5059140"/>
              <a:ext cx="1279517" cy="461665"/>
            </a:xfrm>
            <a:prstGeom prst="rect">
              <a:avLst/>
            </a:prstGeom>
            <a:noFill/>
            <a:ln>
              <a:noFill/>
            </a:ln>
          </p:spPr>
          <p:txBody>
            <a:bodyPr wrap="none">
              <a:spAutoFit/>
            </a:bodyPr>
            <a:lstStyle>
              <a:lvl1pPr>
                <a:defRPr sz="2000">
                  <a:solidFill>
                    <a:schemeClr val="tx1"/>
                  </a:solidFill>
                  <a:latin typeface="Comic Sans MS" panose="030F0902030302020204" charset="0"/>
                  <a:ea typeface="MS PGothic" charset="0"/>
                  <a:cs typeface="MS PGothic" charset="0"/>
                </a:defRPr>
              </a:lvl1pPr>
              <a:lvl2pPr marL="742950" indent="-285750">
                <a:defRPr sz="2000">
                  <a:solidFill>
                    <a:schemeClr val="tx1"/>
                  </a:solidFill>
                  <a:latin typeface="Comic Sans MS" panose="030F0902030302020204" charset="0"/>
                  <a:ea typeface="MS PGothic" charset="0"/>
                </a:defRPr>
              </a:lvl2pPr>
              <a:lvl3pPr marL="1143000" indent="-228600">
                <a:defRPr sz="2000">
                  <a:solidFill>
                    <a:schemeClr val="tx1"/>
                  </a:solidFill>
                  <a:latin typeface="Comic Sans MS" panose="030F0902030302020204" charset="0"/>
                  <a:ea typeface="MS PGothic" charset="0"/>
                </a:defRPr>
              </a:lvl3pPr>
              <a:lvl4pPr marL="1600200" indent="-228600">
                <a:defRPr sz="2000">
                  <a:solidFill>
                    <a:schemeClr val="tx1"/>
                  </a:solidFill>
                  <a:latin typeface="Comic Sans MS" panose="030F0902030302020204" charset="0"/>
                  <a:ea typeface="MS PGothic" charset="0"/>
                </a:defRPr>
              </a:lvl4pPr>
              <a:lvl5pPr marL="2057400" indent="-228600">
                <a:defRPr sz="2000">
                  <a:solidFill>
                    <a:schemeClr val="tx1"/>
                  </a:solidFill>
                  <a:latin typeface="Comic Sans MS" panose="030F0902030302020204" charset="0"/>
                  <a:ea typeface="MS PGothic" charset="0"/>
                </a:defRPr>
              </a:lvl5pPr>
              <a:lvl6pPr marL="2514600" indent="-228600" eaLnBrk="0" fontAlgn="base" hangingPunct="0">
                <a:spcBef>
                  <a:spcPct val="0"/>
                </a:spcBef>
                <a:spcAft>
                  <a:spcPct val="0"/>
                </a:spcAft>
                <a:defRPr sz="2000">
                  <a:solidFill>
                    <a:schemeClr val="tx1"/>
                  </a:solidFill>
                  <a:latin typeface="Comic Sans MS" panose="030F0902030302020204" charset="0"/>
                  <a:ea typeface="MS PGothic" charset="0"/>
                </a:defRPr>
              </a:lvl6pPr>
              <a:lvl7pPr marL="2971800" indent="-228600" eaLnBrk="0" fontAlgn="base" hangingPunct="0">
                <a:spcBef>
                  <a:spcPct val="0"/>
                </a:spcBef>
                <a:spcAft>
                  <a:spcPct val="0"/>
                </a:spcAft>
                <a:defRPr sz="2000">
                  <a:solidFill>
                    <a:schemeClr val="tx1"/>
                  </a:solidFill>
                  <a:latin typeface="Comic Sans MS" panose="030F0902030302020204" charset="0"/>
                  <a:ea typeface="MS PGothic" charset="0"/>
                </a:defRPr>
              </a:lvl7pPr>
              <a:lvl8pPr marL="3429000" indent="-228600" eaLnBrk="0" fontAlgn="base" hangingPunct="0">
                <a:spcBef>
                  <a:spcPct val="0"/>
                </a:spcBef>
                <a:spcAft>
                  <a:spcPct val="0"/>
                </a:spcAft>
                <a:defRPr sz="2000">
                  <a:solidFill>
                    <a:schemeClr val="tx1"/>
                  </a:solidFill>
                  <a:latin typeface="Comic Sans MS" panose="030F0902030302020204" charset="0"/>
                  <a:ea typeface="MS PGothic" charset="0"/>
                </a:defRPr>
              </a:lvl8pPr>
              <a:lvl9pPr marL="3886200" indent="-228600" eaLnBrk="0" fontAlgn="base" hangingPunct="0">
                <a:spcBef>
                  <a:spcPct val="0"/>
                </a:spcBef>
                <a:spcAft>
                  <a:spcPct val="0"/>
                </a:spcAft>
                <a:defRPr sz="2000">
                  <a:solidFill>
                    <a:schemeClr val="tx1"/>
                  </a:solidFill>
                  <a:latin typeface="Comic Sans MS" panose="030F0902030302020204" charset="0"/>
                  <a:ea typeface="MS PGothic" charset="0"/>
                </a:defRPr>
              </a:lvl9pPr>
            </a:lstStyle>
            <a:p>
              <a:pPr algn="ctr"/>
              <a:r>
                <a:rPr lang="en-US" sz="2400" dirty="0">
                  <a:solidFill>
                    <a:srgbClr val="000099"/>
                  </a:solidFill>
                  <a:latin typeface="Arial" panose="020B0604020202090204" pitchFamily="34" charset="0"/>
                  <a:cs typeface="Arial" panose="020B0604020202090204" pitchFamily="34" charset="0"/>
                </a:rPr>
                <a:t>decrypt:</a:t>
              </a:r>
              <a:endParaRPr lang="en-US" sz="2400" dirty="0">
                <a:solidFill>
                  <a:srgbClr val="000099"/>
                </a:solidFill>
                <a:latin typeface="Arial" panose="020B0604020202090204" pitchFamily="34" charset="0"/>
                <a:cs typeface="Arial" panose="020B0604020202090204" pitchFamily="34" charset="0"/>
              </a:endParaRPr>
            </a:p>
          </p:txBody>
        </p:sp>
        <p:sp>
          <p:nvSpPr>
            <p:cNvPr id="52254" name="Right Brace 36"/>
            <p:cNvSpPr/>
            <p:nvPr/>
          </p:nvSpPr>
          <p:spPr bwMode="auto">
            <a:xfrm rot="5400000">
              <a:off x="2446575" y="5102686"/>
              <a:ext cx="168727" cy="468086"/>
            </a:xfrm>
            <a:prstGeom prst="rightBrace">
              <a:avLst>
                <a:gd name="adj1" fmla="val 8336"/>
                <a:gd name="adj2" fmla="val 50000"/>
              </a:avLst>
            </a:prstGeom>
            <a:noFill/>
            <a:ln w="9525">
              <a:solidFill>
                <a:schemeClr val="tx1"/>
              </a:solidFill>
              <a:round/>
            </a:ln>
          </p:spPr>
          <p:txBody>
            <a:bodyPr/>
            <a:lstStyle/>
            <a:p>
              <a:endParaRPr lang="en-US" dirty="0"/>
            </a:p>
          </p:txBody>
        </p:sp>
        <p:sp>
          <p:nvSpPr>
            <p:cNvPr id="52255" name="Right Brace 37"/>
            <p:cNvSpPr/>
            <p:nvPr/>
          </p:nvSpPr>
          <p:spPr bwMode="auto">
            <a:xfrm rot="5400000">
              <a:off x="3605907" y="5108131"/>
              <a:ext cx="168727" cy="468086"/>
            </a:xfrm>
            <a:prstGeom prst="rightBrace">
              <a:avLst>
                <a:gd name="adj1" fmla="val 8336"/>
                <a:gd name="adj2" fmla="val 50000"/>
              </a:avLst>
            </a:prstGeom>
            <a:noFill/>
            <a:ln w="9525">
              <a:solidFill>
                <a:schemeClr val="tx1"/>
              </a:solidFill>
              <a:round/>
            </a:ln>
          </p:spPr>
          <p:txBody>
            <a:bodyPr/>
            <a:lstStyle/>
            <a:p>
              <a:endParaRPr lang="en-US" dirty="0"/>
            </a:p>
          </p:txBody>
        </p:sp>
        <p:sp>
          <p:nvSpPr>
            <p:cNvPr id="52256" name="Right Brace 38"/>
            <p:cNvSpPr/>
            <p:nvPr/>
          </p:nvSpPr>
          <p:spPr bwMode="auto">
            <a:xfrm rot="5400000">
              <a:off x="6964140" y="4340683"/>
              <a:ext cx="179612" cy="2046514"/>
            </a:xfrm>
            <a:prstGeom prst="rightBrace">
              <a:avLst>
                <a:gd name="adj1" fmla="val 8335"/>
                <a:gd name="adj2" fmla="val 50000"/>
              </a:avLst>
            </a:prstGeom>
            <a:noFill/>
            <a:ln w="9525">
              <a:solidFill>
                <a:schemeClr val="tx1"/>
              </a:solidFill>
              <a:round/>
            </a:ln>
          </p:spPr>
          <p:txBody>
            <a:bodyPr/>
            <a:lstStyle/>
            <a:p>
              <a:endParaRPr lang="en-US" dirty="0"/>
            </a:p>
          </p:txBody>
        </p:sp>
      </p:grpSp>
      <p:sp>
        <p:nvSpPr>
          <p:cNvPr id="6" name="Left-Right Arrow 5"/>
          <p:cNvSpPr>
            <a:spLocks noChangeArrowheads="1"/>
          </p:cNvSpPr>
          <p:nvPr/>
        </p:nvSpPr>
        <p:spPr bwMode="auto">
          <a:xfrm rot="1604466">
            <a:off x="4113213" y="4989513"/>
            <a:ext cx="2944812" cy="246062"/>
          </a:xfrm>
          <a:prstGeom prst="leftRightArrow">
            <a:avLst>
              <a:gd name="adj1" fmla="val 50000"/>
              <a:gd name="adj2" fmla="val 50032"/>
            </a:avLst>
          </a:prstGeom>
          <a:solidFill>
            <a:schemeClr val="accent2"/>
          </a:solidFill>
          <a:ln w="9525">
            <a:solidFill>
              <a:schemeClr val="bg1"/>
            </a:solidFill>
            <a:round/>
          </a:ln>
        </p:spPr>
        <p:txBody>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303738" y="650541"/>
            <a:ext cx="8536523" cy="430887"/>
          </a:xfrm>
          <a:noFill/>
          <a:ln>
            <a:noFill/>
          </a:ln>
        </p:spPr>
        <p:txBody>
          <a:bodyPr vert="horz" wrap="square" lIns="91440" tIns="45720" rIns="91440" bIns="45720" numCol="1" anchor="ctr" anchorCtr="0" compatLnSpc="1"/>
          <a:lstStyle/>
          <a:p>
            <a:r>
              <a:rPr lang="en-US" dirty="0"/>
              <a:t>RSA </a:t>
            </a:r>
            <a:r>
              <a:rPr lang="en-US" dirty="0"/>
              <a:t>in 2024 USYD COMP9121 </a:t>
            </a:r>
            <a:r>
              <a:rPr lang="en-US" dirty="0"/>
              <a:t>Assignment</a:t>
            </a:r>
            <a:endParaRPr lang="en-US" dirty="0"/>
          </a:p>
        </p:txBody>
      </p:sp>
      <p:pic>
        <p:nvPicPr>
          <p:cNvPr id="4" name="图片 3" descr="截屏2026-02-19 23.48.34"/>
          <p:cNvPicPr>
            <a:picLocks noChangeAspect="1"/>
          </p:cNvPicPr>
          <p:nvPr/>
        </p:nvPicPr>
        <p:blipFill>
          <a:blip r:embed="rId1"/>
          <a:stretch>
            <a:fillRect/>
          </a:stretch>
        </p:blipFill>
        <p:spPr>
          <a:xfrm>
            <a:off x="658495" y="1493520"/>
            <a:ext cx="7646035" cy="2937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9"/>
          <p:cNvSpPr>
            <a:spLocks noGrp="1"/>
          </p:cNvSpPr>
          <p:nvPr>
            <p:ph type="title" idx="4294967295"/>
          </p:nvPr>
        </p:nvSpPr>
        <p:spPr>
          <a:xfrm>
            <a:off x="2204615" y="2379538"/>
            <a:ext cx="5252623" cy="2094900"/>
          </a:xfrm>
        </p:spPr>
        <p:txBody>
          <a:bodyPr/>
          <a:lstStyle/>
          <a:p>
            <a:r>
              <a:rPr lang="en-US" altLang="en-AU" sz="8000">
                <a:ea typeface="MS PGothic"/>
                <a:cs typeface="MS PGothic" charset="0"/>
              </a:rPr>
              <a:t>Thank You !</a:t>
            </a:r>
            <a:endParaRPr lang="en-US" altLang="en-AU" sz="8000">
              <a:ea typeface="MS PGothic"/>
              <a:cs typeface="MS PGothic" charset="0"/>
            </a:endParaRPr>
          </a:p>
        </p:txBody>
      </p:sp>
    </p:spTree>
  </p:cSld>
  <p:clrMapOvr>
    <a:masterClrMapping/>
  </p:clrMapOvr>
</p:sld>
</file>

<file path=ppt/theme/theme1.xml><?xml version="1.0" encoding="utf-8"?>
<a:theme xmlns:a="http://schemas.openxmlformats.org/drawingml/2006/main" name="PPT-template-standard_August15">
  <a:themeElements>
    <a:clrScheme name="The University of Sydney_Color Theme">
      <a:dk1>
        <a:sysClr val="windowText" lastClr="000000"/>
      </a:dk1>
      <a:lt1>
        <a:sysClr val="window" lastClr="FFFFFF"/>
      </a:lt1>
      <a:dk2>
        <a:srgbClr val="0148A4"/>
      </a:dk2>
      <a:lt2>
        <a:srgbClr val="EEECE1"/>
      </a:lt2>
      <a:accent1>
        <a:srgbClr val="E64626"/>
      </a:accent1>
      <a:accent2>
        <a:srgbClr val="EF8025"/>
      </a:accent2>
      <a:accent3>
        <a:srgbClr val="FFB800"/>
      </a:accent3>
      <a:accent4>
        <a:srgbClr val="5C923E"/>
      </a:accent4>
      <a:accent5>
        <a:srgbClr val="5496DB"/>
      </a:accent5>
      <a:accent6>
        <a:srgbClr val="0148A4"/>
      </a:accent6>
      <a:hlink>
        <a:srgbClr val="E64626"/>
      </a:hlink>
      <a:folHlink>
        <a:srgbClr val="F05133"/>
      </a:folHlink>
    </a:clrScheme>
    <a:fontScheme name="Median">
      <a:maj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xsi="http://www.w3.org/2001/XMLSchema-instance" xmlns:p="http://schemas.microsoft.com/office/2006/metadata/properties" xmlns:pc="http://schemas.microsoft.com/office/infopath/2007/PartnerControls">
  <documentManagement>
    <_activity xmlns="f0823a7c-26a0-42e9-a72b-72a00195e2ad" xsi:nil="true"/>
  </documentManagement>
</p:properties>
</file>

<file path=customXml/item3.xml><?xml version="1.0" encoding="utf-8"?>
<ct:contentTypeSchema xmlns:ct="http://schemas.microsoft.com/office/2006/metadata/contentType" xmlns:ma="http://schemas.microsoft.com/office/2006/metadata/properties/metaAttributes" ma:contentTypeVersion="9" ma:contentTypeID="0x010100D923C57920AE4D469ACC537B1040737A" ma:contentTypeScope="" ma:contentTypeName="Document" ct:_="" ma:_="" ma:contentTypeDescription="Create a new document." ma:versionID="c8a5a3e23c43bd4e6815160829f78bb7">
  <xsd:schema xmlns:xsd="http://www.w3.org/2001/XMLSchema" xmlns:xs="http://www.w3.org/2001/XMLSchema" xmlns:ns3="f0823a7c-26a0-42e9-a72b-72a00195e2ad" xmlns:p="http://schemas.microsoft.com/office/2006/metadata/properties" xmlns:ns4="69977378-18f4-4169-a52d-3dca9e8c179c" ma:root="true" ns4:_="" ma:fieldsID="8477299b5d2af8d7f53ade9645764003" targetNamespace="http://schemas.microsoft.com/office/2006/metadata/properties" ns3:_="">
    <xsd:import namespace="f0823a7c-26a0-42e9-a72b-72a00195e2ad"/>
    <xsd:import namespace="69977378-18f4-4169-a52d-3dca9e8c179c"/>
    <xsd:element name="properties">
      <xsd:complexType>
        <xsd:sequence>
          <xsd:element name="documentManagement">
            <xsd:complexType>
              <xsd:all>
                <xsd:element minOccurs="0" ref="ns3:MediaServiceMetadata"/>
                <xsd:element minOccurs="0" ref="ns3:MediaServiceFastMetadata"/>
                <xsd:element minOccurs="0" ref="ns3:MediaServiceSearchProperties"/>
                <xsd:element minOccurs="0" ref="ns3:MediaServiceObjectDetectorVersions"/>
                <xsd:element minOccurs="0" ref="ns3:MediaServiceDateTaken"/>
                <xsd:element minOccurs="0" ref="ns3:_activity"/>
                <xsd:element minOccurs="0" ref="ns4:SharedWithUsers"/>
                <xsd:element minOccurs="0" ref="ns4:SharedWithDetails"/>
                <xsd:element minOccurs="0" ref="ns4:SharingHintHash"/>
              </xsd:all>
            </xsd:complexType>
          </xsd:element>
        </xsd:sequence>
      </xsd:complexType>
    </xsd:element>
  </xsd:schema>
  <xsd:schema xmlns:xsd="http://www.w3.org/2001/XMLSchema" xmlns:dms="http://schemas.microsoft.com/office/2006/documentManagement/types" xmlns:xs="http://www.w3.org/2001/XMLSchema" xmlns:pc="http://schemas.microsoft.com/office/infopath/2007/PartnerControls" elementFormDefault="qualified" targetNamespace="f0823a7c-26a0-42e9-a72b-72a00195e2ad">
    <xsd:import namespace="http://schemas.microsoft.com/office/2006/documentManagement/types"/>
    <xsd:import namespace="http://schemas.microsoft.com/office/infopath/2007/PartnerControls"/>
    <xsd:element ma:index="8" ma:internalName="MediaServiceMetadata" ma:readOnly="true" name="MediaServiceMetadata" ma:displayName="MediaServiceMetadata" nillable="true" ma:hidden="true">
      <xsd:simpleType>
        <xsd:restriction base="dms:Note"/>
      </xsd:simpleType>
    </xsd:element>
    <xsd:element ma:index="9" ma:internalName="MediaServiceFastMetadata" ma:readOnly="true" name="MediaServiceFastMetadata" ma:displayName="MediaServiceFastMetadata" nillable="true" ma:hidden="true">
      <xsd:simpleType>
        <xsd:restriction base="dms:Note"/>
      </xsd:simpleType>
    </xsd:element>
    <xsd:element ma:index="10" ma:internalName="MediaServiceSearchProperties" ma:readOnly="true" name="MediaServiceSearchProperties" ma:displayName="MediaServiceSearchProperties" nillable="true" ma:hidden="true">
      <xsd:simpleType>
        <xsd:restriction base="dms:Note"/>
      </xsd:simpleType>
    </xsd:element>
    <xsd:element ma:index="11" ma:internalName="MediaServiceObjectDetectorVersions" ma:readOnly="true" name="MediaServiceObjectDetectorVersions" ma:displayName="MediaServiceObjectDetectorVersions" nillable="true" ma:hidden="true" ma:indexed="true">
      <xsd:simpleType>
        <xsd:restriction base="dms:Text"/>
      </xsd:simpleType>
    </xsd:element>
    <xsd:element ma:index="12" ma:internalName="MediaServiceDateTaken" ma:readOnly="true" name="MediaServiceDateTaken" ma:displayName="MediaServiceDateTaken" nillable="true" ma:hidden="true" ma:indexed="true">
      <xsd:simpleType>
        <xsd:restriction base="dms:Text"/>
      </xsd:simpleType>
    </xsd:element>
    <xsd:element ma:index="13" ma:internalName="_activity" name="_activity" ma:displayName="_activity" nillable="true" ma:hidden="true">
      <xsd:simpleType>
        <xsd:restriction base="dms:Note"/>
      </xsd:simpleType>
    </xsd:element>
  </xsd:schema>
  <xsd:schema xmlns:xsd="http://www.w3.org/2001/XMLSchema" xmlns:dms="http://schemas.microsoft.com/office/2006/documentManagement/types" xmlns:xs="http://www.w3.org/2001/XMLSchema" xmlns:pc="http://schemas.microsoft.com/office/infopath/2007/PartnerControls" elementFormDefault="qualified" targetNamespace="69977378-18f4-4169-a52d-3dca9e8c179c">
    <xsd:import namespace="http://schemas.microsoft.com/office/2006/documentManagement/types"/>
    <xsd:import namespace="http://schemas.microsoft.com/office/infopath/2007/PartnerControls"/>
    <xsd:element ma:index="14" ma:internalName="SharedWithUsers" ma:readOnly="true" name="SharedWithUsers" ma:displayName="Shared With" nillable="true">
      <xsd:complexType>
        <xsd:complexContent>
          <xsd:extension base="dms:UserMulti">
            <xsd:sequence>
              <xsd:element maxOccurs="unbounded" minOccurs="0" name="UserInfo">
                <xsd:complexType>
                  <xsd:sequence>
                    <xsd:element type="xsd:string" minOccurs="0" name="DisplayName"/>
                    <xsd:element type="dms:UserId" minOccurs="0" name="AccountId" nillable="true"/>
                    <xsd:element type="xsd:string" minOccurs="0" name="AccountType"/>
                  </xsd:sequence>
                </xsd:complexType>
              </xsd:element>
            </xsd:sequence>
          </xsd:extension>
        </xsd:complexContent>
      </xsd:complexType>
    </xsd:element>
    <xsd:element ma:index="15" ma:internalName="SharedWithDetails" ma:readOnly="true" name="SharedWithDetails" ma:displayName="Shared With Details" nillable="true">
      <xsd:simpleType>
        <xsd:restriction base="dms:Note">
          <xsd:maxLength value="255"/>
        </xsd:restriction>
      </xsd:simpleType>
    </xsd:element>
    <xsd:element ma:index="16" ma:internalName="SharingHintHash" ma:readOnly="true" name="SharingHintHash" ma:displayName="Sharing Hint Hash" nillable="true" ma:hidden="true">
      <xsd:simpleType>
        <xsd:restriction base="dms:Text"/>
      </xsd:simpleType>
    </xsd:element>
  </xsd:schema>
  <xsd:schema xmlns:xsd="http://www.w3.org/2001/XMLSchema" xmlns:dc="http://purl.org/dc/elements/1.1/" xmlns:xsi="http://www.w3.org/2001/XMLSchema-instance" xmlns="http://schemas.openxmlformats.org/package/2006/metadata/core-properties" xmlns:dcterms="http://purl.org/dc/terms/" xmlns:odoc="http://schemas.microsoft.com/internal/obd" blockDefault="#all" elementFormDefault="qualified" attributeFormDefault="unqualified" targetNamespace="http://schemas.openxmlformats.org/package/2006/metadata/core-properties">
    <xsd:import namespace="http://purl.org/dc/elements/1.1/" schemaLocation="http://dublincore.org/schemas/xmls/qdc/2003/04/02/dc.xsd"/>
    <xsd:import namespace="http://purl.org/dc/terms/" schemaLocation="http://dublincore.org/schemas/xmls/qdc/2003/04/02/dcterms.xsd"/>
    <xsd:element type="CT_coreProperties" name="coreProperties"/>
    <xsd:complexType name="CT_coreProperties">
      <xsd:all>
        <xsd:element maxOccurs="1" minOccurs="0" ref="dc:creator"/>
        <xsd:element maxOccurs="1" minOccurs="0" ref="dcterms:created"/>
        <xsd:element maxOccurs="1" minOccurs="0" ref="dc:identifier"/>
        <xsd:element ma:index="0" type="xsd:string" maxOccurs="1" minOccurs="0" name="contentType" ma:displayName="Content Type"/>
        <xsd:element ma:index="4" maxOccurs="1" minOccurs="0" ref="dc:title" ma:displayName="Title"/>
        <xsd:element maxOccurs="1" minOccurs="0" ref="dc:subject"/>
        <xsd:element maxOccurs="1" minOccurs="0" ref="dc:description"/>
        <xsd:element type="xsd:string" maxOccurs="1" minOccurs="0" name="keywords"/>
        <xsd:element maxOccurs="1" minOccurs="0" ref="dc:language"/>
        <xsd:element type="xsd:string" maxOccurs="1" minOccurs="0" name="category"/>
        <xsd:element type="xsd:string" maxOccurs="1" minOccurs="0" name="version"/>
        <xsd:element type="xsd:string" maxOccurs="1" minOccurs="0" name="revision">
          <xsd:annotation>
            <xsd:documentation>
                        This value indicates the number of saves or revisions. The application is responsible for updating this value after each revision.
                    </xsd:documentation>
          </xsd:annotation>
        </xsd:element>
        <xsd:element type="xsd:string" maxOccurs="1" minOccurs="0" name="lastModifiedBy"/>
        <xsd:element maxOccurs="1" minOccurs="0" ref="dcterms:modified"/>
        <xsd:element type="xsd:string" maxOccurs="1" minOccurs="0" name="contentStatus"/>
      </xsd:all>
    </xsd:complexType>
  </xsd:schema>
  <xs:schema xmlns:xs="http://www.w3.org/2001/XMLSchema" xmlns:pc="http://schemas.microsoft.com/office/infopath/2007/PartnerControls" elementFormDefault="qualified" attributeFormDefault="unqualified" targetNamespace="http://schemas.microsoft.com/office/infopath/2007/PartnerControls">
    <xs:element name="Person">
      <xs:complexType>
        <xs:sequence>
          <xs:element minOccurs="0" ref="pc:DisplayName"/>
          <xs:element minOccurs="0" ref="pc:AccountId"/>
          <xs:element minOccurs="0" ref="pc:AccountType"/>
        </xs:sequence>
      </xs:complexType>
    </xs:element>
    <xs:element type="xs:string" name="DisplayName"/>
    <xs:element type="xs:string" name="AccountId"/>
    <xs:element type="xs:string" name="AccountType"/>
    <xs:element name="BDCAssociatedEntity">
      <xs:complexType>
        <xs:sequence>
          <xs:element maxOccurs="unbounded" minOccurs="0" ref="pc:BDCEntity"/>
        </xs:sequence>
        <xs:attribute ref="pc:EntityNamespace"/>
        <xs:attribute ref="pc:EntityName"/>
        <xs:attribute ref="pc:SystemInstanceName"/>
        <xs:attribute ref="pc:AssociationName"/>
      </xs:complexType>
    </xs:element>
    <xs:attribute type="xs:string" name="EntityNamespace"/>
    <xs:attribute type="xs:string" name="EntityName"/>
    <xs:attribute type="xs:string" name="SystemInstanceName"/>
    <xs:attribute type="xs:string" name="AssociationName"/>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type="xs:string" name="EntityDisplayName"/>
    <xs:element type="xs:string" name="EntityInstanceReference"/>
    <xs:element type="xs:string" name="EntityId1"/>
    <xs:element type="xs:string" name="EntityId2"/>
    <xs:element type="xs:string" name="EntityId3"/>
    <xs:element type="xs:string" name="EntityId4"/>
    <xs:element type="xs:string" name="EntityId5"/>
    <xs:element name="Terms">
      <xs:complexType>
        <xs:sequence>
          <xs:element maxOccurs="unbounded" minOccurs="0" ref="pc:TermInfo"/>
        </xs:sequence>
      </xs:complexType>
    </xs:element>
    <xs:element name="TermInfo">
      <xs:complexType>
        <xs:sequence>
          <xs:element minOccurs="0" ref="pc:TermName"/>
          <xs:element minOccurs="0" ref="pc:TermId"/>
        </xs:sequence>
      </xs:complexType>
    </xs:element>
    <xs:element type="xs:string" name="TermName"/>
    <xs:element type="xs:string" name="TermId"/>
  </xs:schema>
</ct:contentTypeSchema>
</file>

<file path=customXml/itemProps1.xml><?xml version="1.0" encoding="utf-8"?>
<ds:datastoreItem xmlns:ds="http://schemas.openxmlformats.org/officeDocument/2006/customXml" ds:itemID="{4C9A8B3A-B89D-45B8-83D9-7AE71E1DDB24}">
  <ds:schemaRefs/>
</ds:datastoreItem>
</file>

<file path=customXml/itemProps2.xml><?xml version="1.0" encoding="utf-8"?>
<ds:datastoreItem xmlns:ds="http://schemas.openxmlformats.org/officeDocument/2006/customXml" ds:itemID="{20C4973C-40FF-41F1-95F2-622B78A7ACE8}">
  <ds:schemaRefs/>
</ds:datastoreItem>
</file>

<file path=customXml/itemProps3.xml><?xml version="1.0" encoding="utf-8"?>
<ds:datastoreItem xmlns:ds="http://schemas.openxmlformats.org/officeDocument/2006/customXml" ds:itemID="{DA1A4C08-9481-4F27-82E4-DCDD0E9D8281}">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0</TotalTime>
  <Words>1713</Words>
  <Application>WPS 文字</Application>
  <PresentationFormat>全屏显示(4:3)</PresentationFormat>
  <Paragraphs>148</Paragraphs>
  <Slides>9</Slides>
  <Notes>22</Notes>
  <HiddenSlides>0</HiddenSlides>
  <MMClips>0</MMClips>
  <ScaleCrop>false</ScaleCrop>
  <HeadingPairs>
    <vt:vector size="6" baseType="variant">
      <vt:variant>
        <vt:lpstr>已用的字体</vt:lpstr>
      </vt:variant>
      <vt:variant>
        <vt:i4>34</vt:i4>
      </vt:variant>
      <vt:variant>
        <vt:lpstr>主题</vt:lpstr>
      </vt:variant>
      <vt:variant>
        <vt:i4>1</vt:i4>
      </vt:variant>
      <vt:variant>
        <vt:lpstr>幻灯片标题</vt:lpstr>
      </vt:variant>
      <vt:variant>
        <vt:i4>9</vt:i4>
      </vt:variant>
    </vt:vector>
  </HeadingPairs>
  <TitlesOfParts>
    <vt:vector size="44" baseType="lpstr">
      <vt:lpstr>Arial</vt:lpstr>
      <vt:lpstr>宋体</vt:lpstr>
      <vt:lpstr>Wingdings</vt:lpstr>
      <vt:lpstr>Tw Cen MT</vt:lpstr>
      <vt:lpstr>Thonburi</vt:lpstr>
      <vt:lpstr>MS PGothic</vt:lpstr>
      <vt:lpstr>苹方-简</vt:lpstr>
      <vt:lpstr>Tw Cen MT</vt:lpstr>
      <vt:lpstr>Lucida Grande</vt:lpstr>
      <vt:lpstr>Arial</vt:lpstr>
      <vt:lpstr>Lucida Grande</vt:lpstr>
      <vt:lpstr>Times New Roman Regular</vt:lpstr>
      <vt:lpstr>SF Pro Display</vt:lpstr>
      <vt:lpstr>等线</vt:lpstr>
      <vt:lpstr>汉仪中等线KW</vt:lpstr>
      <vt:lpstr>Söhne</vt:lpstr>
      <vt:lpstr>Gill Sans MT</vt:lpstr>
      <vt:lpstr>宋体</vt:lpstr>
      <vt:lpstr>Comic Sans MS</vt:lpstr>
      <vt:lpstr>Arial Italic</vt:lpstr>
      <vt:lpstr>Times New Roman</vt:lpstr>
      <vt:lpstr>MS PGothic</vt:lpstr>
      <vt:lpstr>汉仪书宋二KW</vt:lpstr>
      <vt:lpstr>微软雅黑</vt:lpstr>
      <vt:lpstr>汉仪旗黑</vt:lpstr>
      <vt:lpstr>Arial Unicode MS</vt:lpstr>
      <vt:lpstr>Calibri</vt:lpstr>
      <vt:lpstr>Helvetica Neue</vt:lpstr>
      <vt:lpstr>PMingLiU</vt:lpstr>
      <vt:lpstr>宋体-繁</vt:lpstr>
      <vt:lpstr>华文仿宋</vt:lpstr>
      <vt:lpstr>SF Pro Display</vt:lpstr>
      <vt:lpstr>Söhne</vt:lpstr>
      <vt:lpstr>等线</vt:lpstr>
      <vt:lpstr>PPT-template-standard_August15</vt:lpstr>
      <vt:lpstr>Self-introduction</vt:lpstr>
      <vt:lpstr>Content</vt:lpstr>
      <vt:lpstr>RSA Algorithm</vt:lpstr>
      <vt:lpstr>RSA: Creating public/private key pair</vt:lpstr>
      <vt:lpstr>RSA: encryption, decryption</vt:lpstr>
      <vt:lpstr>RSA Cheatsheet</vt:lpstr>
      <vt:lpstr>RSA example:</vt:lpstr>
      <vt:lpstr>RSA in 2024 USYD COMP9121 Assignment</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单击此处添加标题</dc:title>
  <dc:creator>Haoliang Zhao</dc:creator>
  <cp:lastModifiedBy>魏泽园</cp:lastModifiedBy>
  <cp:revision>56</cp:revision>
  <dcterms:created xsi:type="dcterms:W3CDTF">2026-02-20T03:28:28Z</dcterms:created>
  <dcterms:modified xsi:type="dcterms:W3CDTF">2026-02-20T03:28:28Z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0x010100D923C57920AE4D469ACC537B1040737A</vt:lpwstr>
  </property>
  <property fmtid="{D5CDD505-2E9C-101B-9397-08002B2CF9AE}" pid="3" name="KSOProductBuildVer">
    <vt:lpwstr>2052-12.1.24031.24031</vt:lpwstr>
  </property>
  <property fmtid="{D5CDD505-2E9C-101B-9397-08002B2CF9AE}" pid="4" name="ICV">
    <vt:lpwstr>C078E568485EE3F2190297697B48E761_42</vt:lpwstr>
  </property>
</Properties>
</file>